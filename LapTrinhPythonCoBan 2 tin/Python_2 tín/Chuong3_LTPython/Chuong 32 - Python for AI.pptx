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handoutMasterIdLst>
    <p:handoutMasterId r:id="rId60"/>
  </p:handoutMasterIdLst>
  <p:sldIdLst>
    <p:sldId id="720" r:id="rId2"/>
    <p:sldId id="721" r:id="rId3"/>
    <p:sldId id="722" r:id="rId4"/>
    <p:sldId id="724" r:id="rId5"/>
    <p:sldId id="810" r:id="rId6"/>
    <p:sldId id="726" r:id="rId7"/>
    <p:sldId id="725" r:id="rId8"/>
    <p:sldId id="774" r:id="rId9"/>
    <p:sldId id="727" r:id="rId10"/>
    <p:sldId id="775" r:id="rId11"/>
    <p:sldId id="728" r:id="rId12"/>
    <p:sldId id="729" r:id="rId13"/>
    <p:sldId id="730" r:id="rId14"/>
    <p:sldId id="731" r:id="rId15"/>
    <p:sldId id="732" r:id="rId16"/>
    <p:sldId id="733" r:id="rId17"/>
    <p:sldId id="745" r:id="rId18"/>
    <p:sldId id="735" r:id="rId19"/>
    <p:sldId id="736" r:id="rId20"/>
    <p:sldId id="737" r:id="rId21"/>
    <p:sldId id="738" r:id="rId22"/>
    <p:sldId id="739" r:id="rId23"/>
    <p:sldId id="740" r:id="rId24"/>
    <p:sldId id="742" r:id="rId25"/>
    <p:sldId id="743" r:id="rId26"/>
    <p:sldId id="744" r:id="rId27"/>
    <p:sldId id="734" r:id="rId28"/>
    <p:sldId id="746" r:id="rId29"/>
    <p:sldId id="747" r:id="rId30"/>
    <p:sldId id="748" r:id="rId31"/>
    <p:sldId id="749" r:id="rId32"/>
    <p:sldId id="750" r:id="rId33"/>
    <p:sldId id="751" r:id="rId34"/>
    <p:sldId id="752" r:id="rId35"/>
    <p:sldId id="753" r:id="rId36"/>
    <p:sldId id="754" r:id="rId37"/>
    <p:sldId id="755" r:id="rId38"/>
    <p:sldId id="756" r:id="rId39"/>
    <p:sldId id="757" r:id="rId40"/>
    <p:sldId id="758" r:id="rId41"/>
    <p:sldId id="759" r:id="rId42"/>
    <p:sldId id="760" r:id="rId43"/>
    <p:sldId id="761" r:id="rId44"/>
    <p:sldId id="762" r:id="rId45"/>
    <p:sldId id="763" r:id="rId46"/>
    <p:sldId id="764" r:id="rId47"/>
    <p:sldId id="765" r:id="rId48"/>
    <p:sldId id="766" r:id="rId49"/>
    <p:sldId id="767" r:id="rId50"/>
    <p:sldId id="768" r:id="rId51"/>
    <p:sldId id="769" r:id="rId52"/>
    <p:sldId id="770" r:id="rId53"/>
    <p:sldId id="771" r:id="rId54"/>
    <p:sldId id="772" r:id="rId55"/>
    <p:sldId id="773" r:id="rId56"/>
    <p:sldId id="776" r:id="rId57"/>
    <p:sldId id="723" r:id="rId5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99"/>
    <a:srgbClr val="009900"/>
    <a:srgbClr val="0000FF"/>
    <a:srgbClr val="333399"/>
    <a:srgbClr val="960000"/>
    <a:srgbClr val="0033CC"/>
    <a:srgbClr val="CC00CC"/>
    <a:srgbClr val="CC0000"/>
    <a:srgbClr val="EFA5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26" autoAdjust="0"/>
    <p:restoredTop sz="94878" autoAdjust="0"/>
  </p:normalViewPr>
  <p:slideViewPr>
    <p:cSldViewPr>
      <p:cViewPr varScale="1">
        <p:scale>
          <a:sx n="78" d="100"/>
          <a:sy n="78" d="100"/>
        </p:scale>
        <p:origin x="872"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52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Nguyen Huong" userId="4d3bad5e-0c0b-434c-9a74-6840ca309766" providerId="ADAL" clId="{7E6AAC8B-4B8B-447A-8E5B-B0FB6428AE91}"/>
    <pc:docChg chg="undo custSel addSld delSld modSld sldOrd">
      <pc:chgData name="Tran Nguyen Huong" userId="4d3bad5e-0c0b-434c-9a74-6840ca309766" providerId="ADAL" clId="{7E6AAC8B-4B8B-447A-8E5B-B0FB6428AE91}" dt="2022-03-23T16:39:37.516" v="4920" actId="2711"/>
      <pc:docMkLst>
        <pc:docMk/>
      </pc:docMkLst>
      <pc:sldChg chg="modSp mod">
        <pc:chgData name="Tran Nguyen Huong" userId="4d3bad5e-0c0b-434c-9a74-6840ca309766" providerId="ADAL" clId="{7E6AAC8B-4B8B-447A-8E5B-B0FB6428AE91}" dt="2022-03-23T16:39:37.516" v="4920" actId="2711"/>
        <pc:sldMkLst>
          <pc:docMk/>
          <pc:sldMk cId="3235275217" sldId="722"/>
        </pc:sldMkLst>
        <pc:spChg chg="mod">
          <ac:chgData name="Tran Nguyen Huong" userId="4d3bad5e-0c0b-434c-9a74-6840ca309766" providerId="ADAL" clId="{7E6AAC8B-4B8B-447A-8E5B-B0FB6428AE91}" dt="2022-03-23T16:22:52.924" v="4789"/>
          <ac:spMkLst>
            <pc:docMk/>
            <pc:sldMk cId="3235275217" sldId="722"/>
            <ac:spMk id="6" creationId="{6D7369DA-091C-43CA-9C14-C854816C811A}"/>
          </ac:spMkLst>
        </pc:spChg>
        <pc:spChg chg="mod">
          <ac:chgData name="Tran Nguyen Huong" userId="4d3bad5e-0c0b-434c-9a74-6840ca309766" providerId="ADAL" clId="{7E6AAC8B-4B8B-447A-8E5B-B0FB6428AE91}" dt="2022-03-23T15:47:38.769" v="3402" actId="20577"/>
          <ac:spMkLst>
            <pc:docMk/>
            <pc:sldMk cId="3235275217" sldId="722"/>
            <ac:spMk id="7" creationId="{B62BDA05-5E89-4D06-9EE5-EAE1D7B58068}"/>
          </ac:spMkLst>
        </pc:spChg>
        <pc:spChg chg="mod">
          <ac:chgData name="Tran Nguyen Huong" userId="4d3bad5e-0c0b-434c-9a74-6840ca309766" providerId="ADAL" clId="{7E6AAC8B-4B8B-447A-8E5B-B0FB6428AE91}" dt="2022-03-23T16:39:37.516" v="4920" actId="2711"/>
          <ac:spMkLst>
            <pc:docMk/>
            <pc:sldMk cId="3235275217" sldId="722"/>
            <ac:spMk id="9" creationId="{00000000-0000-0000-0000-000000000000}"/>
          </ac:spMkLst>
        </pc:spChg>
      </pc:sldChg>
      <pc:sldChg chg="addSp delSp modSp mod">
        <pc:chgData name="Tran Nguyen Huong" userId="4d3bad5e-0c0b-434c-9a74-6840ca309766" providerId="ADAL" clId="{7E6AAC8B-4B8B-447A-8E5B-B0FB6428AE91}" dt="2022-03-23T16:21:17.314" v="4709" actId="404"/>
        <pc:sldMkLst>
          <pc:docMk/>
          <pc:sldMk cId="1346654589" sldId="723"/>
        </pc:sldMkLst>
        <pc:spChg chg="add del">
          <ac:chgData name="Tran Nguyen Huong" userId="4d3bad5e-0c0b-434c-9a74-6840ca309766" providerId="ADAL" clId="{7E6AAC8B-4B8B-447A-8E5B-B0FB6428AE91}" dt="2022-03-23T09:46:38.805" v="718"/>
          <ac:spMkLst>
            <pc:docMk/>
            <pc:sldMk cId="1346654589" sldId="723"/>
            <ac:spMk id="2" creationId="{1280C85D-149E-467A-AE5F-B5F5627B7438}"/>
          </ac:spMkLst>
        </pc:spChg>
        <pc:spChg chg="mod">
          <ac:chgData name="Tran Nguyen Huong" userId="4d3bad5e-0c0b-434c-9a74-6840ca309766" providerId="ADAL" clId="{7E6AAC8B-4B8B-447A-8E5B-B0FB6428AE91}" dt="2022-03-23T16:21:17.314" v="4709" actId="404"/>
          <ac:spMkLst>
            <pc:docMk/>
            <pc:sldMk cId="1346654589" sldId="723"/>
            <ac:spMk id="4" creationId="{F5AEDA87-CAE3-4564-8E75-E9CBAC75ABCC}"/>
          </ac:spMkLst>
        </pc:spChg>
      </pc:sldChg>
      <pc:sldChg chg="modSp new mod">
        <pc:chgData name="Tran Nguyen Huong" userId="4d3bad5e-0c0b-434c-9a74-6840ca309766" providerId="ADAL" clId="{7E6AAC8B-4B8B-447A-8E5B-B0FB6428AE91}" dt="2022-03-23T16:23:09.408" v="4790" actId="1076"/>
        <pc:sldMkLst>
          <pc:docMk/>
          <pc:sldMk cId="2820294370" sldId="724"/>
        </pc:sldMkLst>
        <pc:spChg chg="mod">
          <ac:chgData name="Tran Nguyen Huong" userId="4d3bad5e-0c0b-434c-9a74-6840ca309766" providerId="ADAL" clId="{7E6AAC8B-4B8B-447A-8E5B-B0FB6428AE91}" dt="2022-03-23T08:45:25.659" v="12" actId="20577"/>
          <ac:spMkLst>
            <pc:docMk/>
            <pc:sldMk cId="2820294370" sldId="724"/>
            <ac:spMk id="2" creationId="{E0DEE280-2367-4F50-9C60-1966F8F877D4}"/>
          </ac:spMkLst>
        </pc:spChg>
        <pc:spChg chg="mod">
          <ac:chgData name="Tran Nguyen Huong" userId="4d3bad5e-0c0b-434c-9a74-6840ca309766" providerId="ADAL" clId="{7E6AAC8B-4B8B-447A-8E5B-B0FB6428AE91}" dt="2022-03-23T16:23:09.408" v="4790" actId="1076"/>
          <ac:spMkLst>
            <pc:docMk/>
            <pc:sldMk cId="2820294370" sldId="724"/>
            <ac:spMk id="3" creationId="{D84E1B89-45F1-4C39-88F0-3A380DA733A9}"/>
          </ac:spMkLst>
        </pc:spChg>
      </pc:sldChg>
      <pc:sldChg chg="addSp delSp modSp add mod">
        <pc:chgData name="Tran Nguyen Huong" userId="4d3bad5e-0c0b-434c-9a74-6840ca309766" providerId="ADAL" clId="{7E6AAC8B-4B8B-447A-8E5B-B0FB6428AE91}" dt="2022-03-23T16:28:30.006" v="4828" actId="1076"/>
        <pc:sldMkLst>
          <pc:docMk/>
          <pc:sldMk cId="745258200" sldId="725"/>
        </pc:sldMkLst>
        <pc:spChg chg="mod">
          <ac:chgData name="Tran Nguyen Huong" userId="4d3bad5e-0c0b-434c-9a74-6840ca309766" providerId="ADAL" clId="{7E6AAC8B-4B8B-447A-8E5B-B0FB6428AE91}" dt="2022-03-23T15:54:10.453" v="3663" actId="20577"/>
          <ac:spMkLst>
            <pc:docMk/>
            <pc:sldMk cId="745258200" sldId="725"/>
            <ac:spMk id="2" creationId="{E0DEE280-2367-4F50-9C60-1966F8F877D4}"/>
          </ac:spMkLst>
        </pc:spChg>
        <pc:spChg chg="mod">
          <ac:chgData name="Tran Nguyen Huong" userId="4d3bad5e-0c0b-434c-9a74-6840ca309766" providerId="ADAL" clId="{7E6AAC8B-4B8B-447A-8E5B-B0FB6428AE91}" dt="2022-03-23T16:28:26.096" v="4827" actId="207"/>
          <ac:spMkLst>
            <pc:docMk/>
            <pc:sldMk cId="745258200" sldId="725"/>
            <ac:spMk id="3" creationId="{D84E1B89-45F1-4C39-88F0-3A380DA733A9}"/>
          </ac:spMkLst>
        </pc:spChg>
        <pc:spChg chg="add">
          <ac:chgData name="Tran Nguyen Huong" userId="4d3bad5e-0c0b-434c-9a74-6840ca309766" providerId="ADAL" clId="{7E6AAC8B-4B8B-447A-8E5B-B0FB6428AE91}" dt="2022-03-23T08:47:58.914" v="52"/>
          <ac:spMkLst>
            <pc:docMk/>
            <pc:sldMk cId="745258200" sldId="725"/>
            <ac:spMk id="5" creationId="{E0942717-7C0B-4FF7-9041-926A2AE92EE3}"/>
          </ac:spMkLst>
        </pc:spChg>
        <pc:picChg chg="add mod">
          <ac:chgData name="Tran Nguyen Huong" userId="4d3bad5e-0c0b-434c-9a74-6840ca309766" providerId="ADAL" clId="{7E6AAC8B-4B8B-447A-8E5B-B0FB6428AE91}" dt="2022-03-23T16:28:30.006" v="4828" actId="1076"/>
          <ac:picMkLst>
            <pc:docMk/>
            <pc:sldMk cId="745258200" sldId="725"/>
            <ac:picMk id="6" creationId="{A0948FFB-83E0-4DFB-A74B-102EA948C148}"/>
          </ac:picMkLst>
        </pc:picChg>
        <pc:picChg chg="add del mod">
          <ac:chgData name="Tran Nguyen Huong" userId="4d3bad5e-0c0b-434c-9a74-6840ca309766" providerId="ADAL" clId="{7E6AAC8B-4B8B-447A-8E5B-B0FB6428AE91}" dt="2022-03-23T08:52:14.849" v="87" actId="478"/>
          <ac:picMkLst>
            <pc:docMk/>
            <pc:sldMk cId="745258200" sldId="725"/>
            <ac:picMk id="1028" creationId="{AB18F5ED-EBED-456D-8621-37580AAB4A19}"/>
          </ac:picMkLst>
        </pc:picChg>
        <pc:picChg chg="add del mod">
          <ac:chgData name="Tran Nguyen Huong" userId="4d3bad5e-0c0b-434c-9a74-6840ca309766" providerId="ADAL" clId="{7E6AAC8B-4B8B-447A-8E5B-B0FB6428AE91}" dt="2022-03-23T16:27:18.739" v="4797" actId="478"/>
          <ac:picMkLst>
            <pc:docMk/>
            <pc:sldMk cId="745258200" sldId="725"/>
            <ac:picMk id="2050" creationId="{348F348B-1307-4D2A-BE17-1BE8E9F4B0D0}"/>
          </ac:picMkLst>
        </pc:picChg>
      </pc:sldChg>
      <pc:sldChg chg="modSp add mod ord">
        <pc:chgData name="Tran Nguyen Huong" userId="4d3bad5e-0c0b-434c-9a74-6840ca309766" providerId="ADAL" clId="{7E6AAC8B-4B8B-447A-8E5B-B0FB6428AE91}" dt="2022-03-23T15:53:50.111" v="3637" actId="20577"/>
        <pc:sldMkLst>
          <pc:docMk/>
          <pc:sldMk cId="867868110" sldId="726"/>
        </pc:sldMkLst>
        <pc:spChg chg="mod">
          <ac:chgData name="Tran Nguyen Huong" userId="4d3bad5e-0c0b-434c-9a74-6840ca309766" providerId="ADAL" clId="{7E6AAC8B-4B8B-447A-8E5B-B0FB6428AE91}" dt="2022-03-23T15:53:50.111" v="3637" actId="20577"/>
          <ac:spMkLst>
            <pc:docMk/>
            <pc:sldMk cId="867868110" sldId="726"/>
            <ac:spMk id="2" creationId="{E0DEE280-2367-4F50-9C60-1966F8F877D4}"/>
          </ac:spMkLst>
        </pc:spChg>
      </pc:sldChg>
      <pc:sldChg chg="addSp modSp add mod">
        <pc:chgData name="Tran Nguyen Huong" userId="4d3bad5e-0c0b-434c-9a74-6840ca309766" providerId="ADAL" clId="{7E6AAC8B-4B8B-447A-8E5B-B0FB6428AE91}" dt="2022-03-23T16:36:18.150" v="4874" actId="1076"/>
        <pc:sldMkLst>
          <pc:docMk/>
          <pc:sldMk cId="2140108708" sldId="727"/>
        </pc:sldMkLst>
        <pc:spChg chg="mod">
          <ac:chgData name="Tran Nguyen Huong" userId="4d3bad5e-0c0b-434c-9a74-6840ca309766" providerId="ADAL" clId="{7E6AAC8B-4B8B-447A-8E5B-B0FB6428AE91}" dt="2022-03-23T08:55:06.335" v="136" actId="20577"/>
          <ac:spMkLst>
            <pc:docMk/>
            <pc:sldMk cId="2140108708" sldId="727"/>
            <ac:spMk id="2" creationId="{E0DEE280-2367-4F50-9C60-1966F8F877D4}"/>
          </ac:spMkLst>
        </pc:spChg>
        <pc:spChg chg="mod">
          <ac:chgData name="Tran Nguyen Huong" userId="4d3bad5e-0c0b-434c-9a74-6840ca309766" providerId="ADAL" clId="{7E6AAC8B-4B8B-447A-8E5B-B0FB6428AE91}" dt="2022-03-23T16:36:11.006" v="4871"/>
          <ac:spMkLst>
            <pc:docMk/>
            <pc:sldMk cId="2140108708" sldId="727"/>
            <ac:spMk id="3" creationId="{D84E1B89-45F1-4C39-88F0-3A380DA733A9}"/>
          </ac:spMkLst>
        </pc:spChg>
        <pc:picChg chg="add mod">
          <ac:chgData name="Tran Nguyen Huong" userId="4d3bad5e-0c0b-434c-9a74-6840ca309766" providerId="ADAL" clId="{7E6AAC8B-4B8B-447A-8E5B-B0FB6428AE91}" dt="2022-03-23T16:36:18.150" v="4874" actId="1076"/>
          <ac:picMkLst>
            <pc:docMk/>
            <pc:sldMk cId="2140108708" sldId="727"/>
            <ac:picMk id="2050" creationId="{28999C53-98EE-4F8E-8BEF-99A65E71C631}"/>
          </ac:picMkLst>
        </pc:picChg>
      </pc:sldChg>
      <pc:sldChg chg="addSp delSp modSp add mod">
        <pc:chgData name="Tran Nguyen Huong" userId="4d3bad5e-0c0b-434c-9a74-6840ca309766" providerId="ADAL" clId="{7E6AAC8B-4B8B-447A-8E5B-B0FB6428AE91}" dt="2022-03-23T15:54:41.875" v="3695" actId="20577"/>
        <pc:sldMkLst>
          <pc:docMk/>
          <pc:sldMk cId="318470501" sldId="728"/>
        </pc:sldMkLst>
        <pc:spChg chg="mod">
          <ac:chgData name="Tran Nguyen Huong" userId="4d3bad5e-0c0b-434c-9a74-6840ca309766" providerId="ADAL" clId="{7E6AAC8B-4B8B-447A-8E5B-B0FB6428AE91}" dt="2022-03-23T15:54:41.875" v="3695" actId="20577"/>
          <ac:spMkLst>
            <pc:docMk/>
            <pc:sldMk cId="318470501" sldId="728"/>
            <ac:spMk id="2" creationId="{E0DEE280-2367-4F50-9C60-1966F8F877D4}"/>
          </ac:spMkLst>
        </pc:spChg>
        <pc:spChg chg="mod">
          <ac:chgData name="Tran Nguyen Huong" userId="4d3bad5e-0c0b-434c-9a74-6840ca309766" providerId="ADAL" clId="{7E6AAC8B-4B8B-447A-8E5B-B0FB6428AE91}" dt="2022-03-23T09:03:00.905" v="201" actId="5793"/>
          <ac:spMkLst>
            <pc:docMk/>
            <pc:sldMk cId="318470501" sldId="728"/>
            <ac:spMk id="3" creationId="{D84E1B89-45F1-4C39-88F0-3A380DA733A9}"/>
          </ac:spMkLst>
        </pc:spChg>
        <pc:picChg chg="add mod">
          <ac:chgData name="Tran Nguyen Huong" userId="4d3bad5e-0c0b-434c-9a74-6840ca309766" providerId="ADAL" clId="{7E6AAC8B-4B8B-447A-8E5B-B0FB6428AE91}" dt="2022-03-23T09:03:05.533" v="203" actId="14100"/>
          <ac:picMkLst>
            <pc:docMk/>
            <pc:sldMk cId="318470501" sldId="728"/>
            <ac:picMk id="6" creationId="{2D1C73B1-9A45-4555-B23B-E4C1484D4293}"/>
          </ac:picMkLst>
        </pc:picChg>
        <pc:picChg chg="del">
          <ac:chgData name="Tran Nguyen Huong" userId="4d3bad5e-0c0b-434c-9a74-6840ca309766" providerId="ADAL" clId="{7E6AAC8B-4B8B-447A-8E5B-B0FB6428AE91}" dt="2022-03-23T09:01:29.222" v="190" actId="478"/>
          <ac:picMkLst>
            <pc:docMk/>
            <pc:sldMk cId="318470501" sldId="728"/>
            <ac:picMk id="2050" creationId="{28999C53-98EE-4F8E-8BEF-99A65E71C631}"/>
          </ac:picMkLst>
        </pc:picChg>
      </pc:sldChg>
      <pc:sldChg chg="addSp delSp modSp add mod">
        <pc:chgData name="Tran Nguyen Huong" userId="4d3bad5e-0c0b-434c-9a74-6840ca309766" providerId="ADAL" clId="{7E6AAC8B-4B8B-447A-8E5B-B0FB6428AE91}" dt="2022-03-23T15:54:53.902" v="3696"/>
        <pc:sldMkLst>
          <pc:docMk/>
          <pc:sldMk cId="1955864260" sldId="729"/>
        </pc:sldMkLst>
        <pc:spChg chg="mod">
          <ac:chgData name="Tran Nguyen Huong" userId="4d3bad5e-0c0b-434c-9a74-6840ca309766" providerId="ADAL" clId="{7E6AAC8B-4B8B-447A-8E5B-B0FB6428AE91}" dt="2022-03-23T15:54:53.902" v="3696"/>
          <ac:spMkLst>
            <pc:docMk/>
            <pc:sldMk cId="1955864260" sldId="729"/>
            <ac:spMk id="2" creationId="{E0DEE280-2367-4F50-9C60-1966F8F877D4}"/>
          </ac:spMkLst>
        </pc:spChg>
        <pc:spChg chg="mod">
          <ac:chgData name="Tran Nguyen Huong" userId="4d3bad5e-0c0b-434c-9a74-6840ca309766" providerId="ADAL" clId="{7E6AAC8B-4B8B-447A-8E5B-B0FB6428AE91}" dt="2022-03-23T09:02:53.822" v="199" actId="5793"/>
          <ac:spMkLst>
            <pc:docMk/>
            <pc:sldMk cId="1955864260" sldId="729"/>
            <ac:spMk id="3" creationId="{D84E1B89-45F1-4C39-88F0-3A380DA733A9}"/>
          </ac:spMkLst>
        </pc:spChg>
        <pc:picChg chg="del">
          <ac:chgData name="Tran Nguyen Huong" userId="4d3bad5e-0c0b-434c-9a74-6840ca309766" providerId="ADAL" clId="{7E6AAC8B-4B8B-447A-8E5B-B0FB6428AE91}" dt="2022-03-23T09:02:42.910" v="194" actId="478"/>
          <ac:picMkLst>
            <pc:docMk/>
            <pc:sldMk cId="1955864260" sldId="729"/>
            <ac:picMk id="6" creationId="{2D1C73B1-9A45-4555-B23B-E4C1484D4293}"/>
          </ac:picMkLst>
        </pc:picChg>
        <pc:picChg chg="add mod">
          <ac:chgData name="Tran Nguyen Huong" userId="4d3bad5e-0c0b-434c-9a74-6840ca309766" providerId="ADAL" clId="{7E6AAC8B-4B8B-447A-8E5B-B0FB6428AE91}" dt="2022-03-23T09:09:01.832" v="290" actId="1076"/>
          <ac:picMkLst>
            <pc:docMk/>
            <pc:sldMk cId="1955864260" sldId="729"/>
            <ac:picMk id="3074" creationId="{62CD6AD0-8AB1-4019-93B4-9CAC65E8455F}"/>
          </ac:picMkLst>
        </pc:picChg>
      </pc:sldChg>
      <pc:sldChg chg="addSp delSp modSp add mod">
        <pc:chgData name="Tran Nguyen Huong" userId="4d3bad5e-0c0b-434c-9a74-6840ca309766" providerId="ADAL" clId="{7E6AAC8B-4B8B-447A-8E5B-B0FB6428AE91}" dt="2022-03-23T15:55:03.223" v="3697"/>
        <pc:sldMkLst>
          <pc:docMk/>
          <pc:sldMk cId="309493666" sldId="730"/>
        </pc:sldMkLst>
        <pc:spChg chg="mod">
          <ac:chgData name="Tran Nguyen Huong" userId="4d3bad5e-0c0b-434c-9a74-6840ca309766" providerId="ADAL" clId="{7E6AAC8B-4B8B-447A-8E5B-B0FB6428AE91}" dt="2022-03-23T15:55:03.223" v="3697"/>
          <ac:spMkLst>
            <pc:docMk/>
            <pc:sldMk cId="309493666" sldId="730"/>
            <ac:spMk id="2" creationId="{E0DEE280-2367-4F50-9C60-1966F8F877D4}"/>
          </ac:spMkLst>
        </pc:spChg>
        <pc:spChg chg="mod">
          <ac:chgData name="Tran Nguyen Huong" userId="4d3bad5e-0c0b-434c-9a74-6840ca309766" providerId="ADAL" clId="{7E6AAC8B-4B8B-447A-8E5B-B0FB6428AE91}" dt="2022-03-23T09:13:02.094" v="330" actId="20577"/>
          <ac:spMkLst>
            <pc:docMk/>
            <pc:sldMk cId="309493666" sldId="730"/>
            <ac:spMk id="3" creationId="{D84E1B89-45F1-4C39-88F0-3A380DA733A9}"/>
          </ac:spMkLst>
        </pc:spChg>
        <pc:picChg chg="del">
          <ac:chgData name="Tran Nguyen Huong" userId="4d3bad5e-0c0b-434c-9a74-6840ca309766" providerId="ADAL" clId="{7E6AAC8B-4B8B-447A-8E5B-B0FB6428AE91}" dt="2022-03-23T09:04:49.658" v="231" actId="478"/>
          <ac:picMkLst>
            <pc:docMk/>
            <pc:sldMk cId="309493666" sldId="730"/>
            <ac:picMk id="3074" creationId="{62CD6AD0-8AB1-4019-93B4-9CAC65E8455F}"/>
          </ac:picMkLst>
        </pc:picChg>
        <pc:picChg chg="add mod">
          <ac:chgData name="Tran Nguyen Huong" userId="4d3bad5e-0c0b-434c-9a74-6840ca309766" providerId="ADAL" clId="{7E6AAC8B-4B8B-447A-8E5B-B0FB6428AE91}" dt="2022-03-23T09:10:29.877" v="305" actId="1076"/>
          <ac:picMkLst>
            <pc:docMk/>
            <pc:sldMk cId="309493666" sldId="730"/>
            <ac:picMk id="5122" creationId="{3C5B96A8-DD48-4259-AFC2-53A29AFB51F2}"/>
          </ac:picMkLst>
        </pc:picChg>
        <pc:picChg chg="add mod">
          <ac:chgData name="Tran Nguyen Huong" userId="4d3bad5e-0c0b-434c-9a74-6840ca309766" providerId="ADAL" clId="{7E6AAC8B-4B8B-447A-8E5B-B0FB6428AE91}" dt="2022-03-23T09:10:45.217" v="309" actId="1076"/>
          <ac:picMkLst>
            <pc:docMk/>
            <pc:sldMk cId="309493666" sldId="730"/>
            <ac:picMk id="5124" creationId="{26F15A30-F64A-4106-8557-A97206CFCCC0}"/>
          </ac:picMkLst>
        </pc:picChg>
      </pc:sldChg>
      <pc:sldChg chg="addSp modSp new mod">
        <pc:chgData name="Tran Nguyen Huong" userId="4d3bad5e-0c0b-434c-9a74-6840ca309766" providerId="ADAL" clId="{7E6AAC8B-4B8B-447A-8E5B-B0FB6428AE91}" dt="2022-03-23T15:55:48.125" v="3757" actId="1076"/>
        <pc:sldMkLst>
          <pc:docMk/>
          <pc:sldMk cId="3063104573" sldId="731"/>
        </pc:sldMkLst>
        <pc:spChg chg="mod">
          <ac:chgData name="Tran Nguyen Huong" userId="4d3bad5e-0c0b-434c-9a74-6840ca309766" providerId="ADAL" clId="{7E6AAC8B-4B8B-447A-8E5B-B0FB6428AE91}" dt="2022-03-23T15:55:48.125" v="3757" actId="1076"/>
          <ac:spMkLst>
            <pc:docMk/>
            <pc:sldMk cId="3063104573" sldId="731"/>
            <ac:spMk id="2" creationId="{AA62B7EE-77F5-4DF4-A0F2-1E6F65DB8804}"/>
          </ac:spMkLst>
        </pc:spChg>
        <pc:spChg chg="mod">
          <ac:chgData name="Tran Nguyen Huong" userId="4d3bad5e-0c0b-434c-9a74-6840ca309766" providerId="ADAL" clId="{7E6AAC8B-4B8B-447A-8E5B-B0FB6428AE91}" dt="2022-03-23T09:15:37.719" v="375" actId="20577"/>
          <ac:spMkLst>
            <pc:docMk/>
            <pc:sldMk cId="3063104573" sldId="731"/>
            <ac:spMk id="3" creationId="{A897A05C-AAB9-42E6-9912-0B9CFEA686E4}"/>
          </ac:spMkLst>
        </pc:spChg>
        <pc:picChg chg="add mod">
          <ac:chgData name="Tran Nguyen Huong" userId="4d3bad5e-0c0b-434c-9a74-6840ca309766" providerId="ADAL" clId="{7E6AAC8B-4B8B-447A-8E5B-B0FB6428AE91}" dt="2022-03-23T09:15:30.933" v="370" actId="14100"/>
          <ac:picMkLst>
            <pc:docMk/>
            <pc:sldMk cId="3063104573" sldId="731"/>
            <ac:picMk id="6146" creationId="{357A58DA-60AA-440A-A68A-64E21118D30C}"/>
          </ac:picMkLst>
        </pc:picChg>
      </pc:sldChg>
      <pc:sldChg chg="modSp new mod">
        <pc:chgData name="Tran Nguyen Huong" userId="4d3bad5e-0c0b-434c-9a74-6840ca309766" providerId="ADAL" clId="{7E6AAC8B-4B8B-447A-8E5B-B0FB6428AE91}" dt="2022-03-23T16:38:03.718" v="4907" actId="115"/>
        <pc:sldMkLst>
          <pc:docMk/>
          <pc:sldMk cId="2626986277" sldId="732"/>
        </pc:sldMkLst>
        <pc:spChg chg="mod">
          <ac:chgData name="Tran Nguyen Huong" userId="4d3bad5e-0c0b-434c-9a74-6840ca309766" providerId="ADAL" clId="{7E6AAC8B-4B8B-447A-8E5B-B0FB6428AE91}" dt="2022-03-23T15:56:05.109" v="3806" actId="404"/>
          <ac:spMkLst>
            <pc:docMk/>
            <pc:sldMk cId="2626986277" sldId="732"/>
            <ac:spMk id="2" creationId="{E23D673C-8F85-4410-ABB1-7D54D23E360D}"/>
          </ac:spMkLst>
        </pc:spChg>
        <pc:spChg chg="mod">
          <ac:chgData name="Tran Nguyen Huong" userId="4d3bad5e-0c0b-434c-9a74-6840ca309766" providerId="ADAL" clId="{7E6AAC8B-4B8B-447A-8E5B-B0FB6428AE91}" dt="2022-03-23T16:38:03.718" v="4907" actId="115"/>
          <ac:spMkLst>
            <pc:docMk/>
            <pc:sldMk cId="2626986277" sldId="732"/>
            <ac:spMk id="3" creationId="{AFFD4C70-773F-44DC-A53E-DD4307B0BF2C}"/>
          </ac:spMkLst>
        </pc:spChg>
      </pc:sldChg>
      <pc:sldChg chg="addSp delSp modSp add mod">
        <pc:chgData name="Tran Nguyen Huong" userId="4d3bad5e-0c0b-434c-9a74-6840ca309766" providerId="ADAL" clId="{7E6AAC8B-4B8B-447A-8E5B-B0FB6428AE91}" dt="2022-03-23T15:56:23.391" v="3835" actId="20577"/>
        <pc:sldMkLst>
          <pc:docMk/>
          <pc:sldMk cId="2887301539" sldId="733"/>
        </pc:sldMkLst>
        <pc:spChg chg="mod">
          <ac:chgData name="Tran Nguyen Huong" userId="4d3bad5e-0c0b-434c-9a74-6840ca309766" providerId="ADAL" clId="{7E6AAC8B-4B8B-447A-8E5B-B0FB6428AE91}" dt="2022-03-23T15:56:23.391" v="3835" actId="20577"/>
          <ac:spMkLst>
            <pc:docMk/>
            <pc:sldMk cId="2887301539" sldId="733"/>
            <ac:spMk id="2" creationId="{E23D673C-8F85-4410-ABB1-7D54D23E360D}"/>
          </ac:spMkLst>
        </pc:spChg>
        <pc:spChg chg="del">
          <ac:chgData name="Tran Nguyen Huong" userId="4d3bad5e-0c0b-434c-9a74-6840ca309766" providerId="ADAL" clId="{7E6AAC8B-4B8B-447A-8E5B-B0FB6428AE91}" dt="2022-03-23T09:19:28.086" v="441" actId="478"/>
          <ac:spMkLst>
            <pc:docMk/>
            <pc:sldMk cId="2887301539" sldId="733"/>
            <ac:spMk id="3" creationId="{AFFD4C70-773F-44DC-A53E-DD4307B0BF2C}"/>
          </ac:spMkLst>
        </pc:spChg>
        <pc:spChg chg="add mod">
          <ac:chgData name="Tran Nguyen Huong" userId="4d3bad5e-0c0b-434c-9a74-6840ca309766" providerId="ADAL" clId="{7E6AAC8B-4B8B-447A-8E5B-B0FB6428AE91}" dt="2022-03-23T09:19:28.086" v="441" actId="478"/>
          <ac:spMkLst>
            <pc:docMk/>
            <pc:sldMk cId="2887301539" sldId="733"/>
            <ac:spMk id="6" creationId="{9CF96FE4-E1AC-4873-9042-522D93D11227}"/>
          </ac:spMkLst>
        </pc:spChg>
        <pc:picChg chg="add mod">
          <ac:chgData name="Tran Nguyen Huong" userId="4d3bad5e-0c0b-434c-9a74-6840ca309766" providerId="ADAL" clId="{7E6AAC8B-4B8B-447A-8E5B-B0FB6428AE91}" dt="2022-03-23T09:19:36.703" v="444" actId="1076"/>
          <ac:picMkLst>
            <pc:docMk/>
            <pc:sldMk cId="2887301539" sldId="733"/>
            <ac:picMk id="7170" creationId="{A64F193B-57A6-498E-9914-17D012A3EBD5}"/>
          </ac:picMkLst>
        </pc:picChg>
      </pc:sldChg>
      <pc:sldChg chg="delSp modSp add del mod">
        <pc:chgData name="Tran Nguyen Huong" userId="4d3bad5e-0c0b-434c-9a74-6840ca309766" providerId="ADAL" clId="{7E6AAC8B-4B8B-447A-8E5B-B0FB6428AE91}" dt="2022-03-23T11:42:13.202" v="1639" actId="2696"/>
        <pc:sldMkLst>
          <pc:docMk/>
          <pc:sldMk cId="2426191505" sldId="734"/>
        </pc:sldMkLst>
        <pc:spChg chg="mod">
          <ac:chgData name="Tran Nguyen Huong" userId="4d3bad5e-0c0b-434c-9a74-6840ca309766" providerId="ADAL" clId="{7E6AAC8B-4B8B-447A-8E5B-B0FB6428AE91}" dt="2022-03-23T10:41:37.724" v="1436" actId="27636"/>
          <ac:spMkLst>
            <pc:docMk/>
            <pc:sldMk cId="2426191505" sldId="734"/>
            <ac:spMk id="2" creationId="{E23D673C-8F85-4410-ABB1-7D54D23E360D}"/>
          </ac:spMkLst>
        </pc:spChg>
        <pc:spChg chg="mod">
          <ac:chgData name="Tran Nguyen Huong" userId="4d3bad5e-0c0b-434c-9a74-6840ca309766" providerId="ADAL" clId="{7E6AAC8B-4B8B-447A-8E5B-B0FB6428AE91}" dt="2022-03-23T10:44:19.607" v="1636" actId="20577"/>
          <ac:spMkLst>
            <pc:docMk/>
            <pc:sldMk cId="2426191505" sldId="734"/>
            <ac:spMk id="6" creationId="{9CF96FE4-E1AC-4873-9042-522D93D11227}"/>
          </ac:spMkLst>
        </pc:spChg>
        <pc:picChg chg="del">
          <ac:chgData name="Tran Nguyen Huong" userId="4d3bad5e-0c0b-434c-9a74-6840ca309766" providerId="ADAL" clId="{7E6AAC8B-4B8B-447A-8E5B-B0FB6428AE91}" dt="2022-03-23T09:20:58.335" v="447" actId="478"/>
          <ac:picMkLst>
            <pc:docMk/>
            <pc:sldMk cId="2426191505" sldId="734"/>
            <ac:picMk id="7170" creationId="{A64F193B-57A6-498E-9914-17D012A3EBD5}"/>
          </ac:picMkLst>
        </pc:picChg>
      </pc:sldChg>
      <pc:sldChg chg="modSp mod">
        <pc:chgData name="Tran Nguyen Huong" userId="4d3bad5e-0c0b-434c-9a74-6840ca309766" providerId="ADAL" clId="{7E6AAC8B-4B8B-447A-8E5B-B0FB6428AE91}" dt="2022-03-23T16:00:48.911" v="3972" actId="20577"/>
        <pc:sldMkLst>
          <pc:docMk/>
          <pc:sldMk cId="2997056678" sldId="734"/>
        </pc:sldMkLst>
        <pc:spChg chg="mod">
          <ac:chgData name="Tran Nguyen Huong" userId="4d3bad5e-0c0b-434c-9a74-6840ca309766" providerId="ADAL" clId="{7E6AAC8B-4B8B-447A-8E5B-B0FB6428AE91}" dt="2022-03-23T16:00:48.911" v="3972" actId="20577"/>
          <ac:spMkLst>
            <pc:docMk/>
            <pc:sldMk cId="2997056678" sldId="734"/>
            <ac:spMk id="2" creationId="{E23D673C-8F85-4410-ABB1-7D54D23E360D}"/>
          </ac:spMkLst>
        </pc:spChg>
      </pc:sldChg>
      <pc:sldChg chg="addSp delSp modSp add mod">
        <pc:chgData name="Tran Nguyen Huong" userId="4d3bad5e-0c0b-434c-9a74-6840ca309766" providerId="ADAL" clId="{7E6AAC8B-4B8B-447A-8E5B-B0FB6428AE91}" dt="2022-03-23T16:38:23.702" v="4910" actId="478"/>
        <pc:sldMkLst>
          <pc:docMk/>
          <pc:sldMk cId="1561481475" sldId="735"/>
        </pc:sldMkLst>
        <pc:spChg chg="del mod">
          <ac:chgData name="Tran Nguyen Huong" userId="4d3bad5e-0c0b-434c-9a74-6840ca309766" providerId="ADAL" clId="{7E6AAC8B-4B8B-447A-8E5B-B0FB6428AE91}" dt="2022-03-23T15:58:11.745" v="3907" actId="478"/>
          <ac:spMkLst>
            <pc:docMk/>
            <pc:sldMk cId="1561481475" sldId="735"/>
            <ac:spMk id="2" creationId="{E23D673C-8F85-4410-ABB1-7D54D23E360D}"/>
          </ac:spMkLst>
        </pc:spChg>
        <pc:spChg chg="add del mod">
          <ac:chgData name="Tran Nguyen Huong" userId="4d3bad5e-0c0b-434c-9a74-6840ca309766" providerId="ADAL" clId="{7E6AAC8B-4B8B-447A-8E5B-B0FB6428AE91}" dt="2022-03-23T16:38:23.702" v="4910" actId="478"/>
          <ac:spMkLst>
            <pc:docMk/>
            <pc:sldMk cId="1561481475" sldId="735"/>
            <ac:spMk id="5" creationId="{B45AAD88-C0FD-49B3-8186-AEF2A63B60D3}"/>
          </ac:spMkLst>
        </pc:spChg>
        <pc:spChg chg="mod">
          <ac:chgData name="Tran Nguyen Huong" userId="4d3bad5e-0c0b-434c-9a74-6840ca309766" providerId="ADAL" clId="{7E6AAC8B-4B8B-447A-8E5B-B0FB6428AE91}" dt="2022-03-23T15:58:29.840" v="3912" actId="403"/>
          <ac:spMkLst>
            <pc:docMk/>
            <pc:sldMk cId="1561481475" sldId="735"/>
            <ac:spMk id="6" creationId="{9CF96FE4-E1AC-4873-9042-522D93D11227}"/>
          </ac:spMkLst>
        </pc:spChg>
        <pc:spChg chg="add mod">
          <ac:chgData name="Tran Nguyen Huong" userId="4d3bad5e-0c0b-434c-9a74-6840ca309766" providerId="ADAL" clId="{7E6AAC8B-4B8B-447A-8E5B-B0FB6428AE91}" dt="2022-03-23T09:26:45.799" v="550" actId="207"/>
          <ac:spMkLst>
            <pc:docMk/>
            <pc:sldMk cId="1561481475" sldId="735"/>
            <ac:spMk id="7" creationId="{6A8F1026-35FB-4AC6-8485-8B8B7FABD155}"/>
          </ac:spMkLst>
        </pc:spChg>
        <pc:spChg chg="add mod">
          <ac:chgData name="Tran Nguyen Huong" userId="4d3bad5e-0c0b-434c-9a74-6840ca309766" providerId="ADAL" clId="{7E6AAC8B-4B8B-447A-8E5B-B0FB6428AE91}" dt="2022-03-23T15:58:33.710" v="3913" actId="1076"/>
          <ac:spMkLst>
            <pc:docMk/>
            <pc:sldMk cId="1561481475" sldId="735"/>
            <ac:spMk id="8" creationId="{A767126C-655B-451B-9463-E2414D754247}"/>
          </ac:spMkLst>
        </pc:spChg>
        <pc:spChg chg="add del mod">
          <ac:chgData name="Tran Nguyen Huong" userId="4d3bad5e-0c0b-434c-9a74-6840ca309766" providerId="ADAL" clId="{7E6AAC8B-4B8B-447A-8E5B-B0FB6428AE91}" dt="2022-03-23T16:38:20.103" v="4909" actId="478"/>
          <ac:spMkLst>
            <pc:docMk/>
            <pc:sldMk cId="1561481475" sldId="735"/>
            <ac:spMk id="9" creationId="{CC43A228-3F35-4F41-AE9A-329685239304}"/>
          </ac:spMkLst>
        </pc:spChg>
      </pc:sldChg>
      <pc:sldChg chg="addSp delSp modSp add mod">
        <pc:chgData name="Tran Nguyen Huong" userId="4d3bad5e-0c0b-434c-9a74-6840ca309766" providerId="ADAL" clId="{7E6AAC8B-4B8B-447A-8E5B-B0FB6428AE91}" dt="2022-03-23T16:38:39.260" v="4917" actId="478"/>
        <pc:sldMkLst>
          <pc:docMk/>
          <pc:sldMk cId="3079836178" sldId="736"/>
        </pc:sldMkLst>
        <pc:spChg chg="del">
          <ac:chgData name="Tran Nguyen Huong" userId="4d3bad5e-0c0b-434c-9a74-6840ca309766" providerId="ADAL" clId="{7E6AAC8B-4B8B-447A-8E5B-B0FB6428AE91}" dt="2022-03-23T15:58:38.245" v="3914" actId="478"/>
          <ac:spMkLst>
            <pc:docMk/>
            <pc:sldMk cId="3079836178" sldId="736"/>
            <ac:spMk id="2" creationId="{E23D673C-8F85-4410-ABB1-7D54D23E360D}"/>
          </ac:spMkLst>
        </pc:spChg>
        <pc:spChg chg="add del">
          <ac:chgData name="Tran Nguyen Huong" userId="4d3bad5e-0c0b-434c-9a74-6840ca309766" providerId="ADAL" clId="{7E6AAC8B-4B8B-447A-8E5B-B0FB6428AE91}" dt="2022-03-23T09:27:49.673" v="566" actId="478"/>
          <ac:spMkLst>
            <pc:docMk/>
            <pc:sldMk cId="3079836178" sldId="736"/>
            <ac:spMk id="3" creationId="{4C0B6AA0-98A5-4B64-8663-D3CC0C8F562A}"/>
          </ac:spMkLst>
        </pc:spChg>
        <pc:spChg chg="add del mod">
          <ac:chgData name="Tran Nguyen Huong" userId="4d3bad5e-0c0b-434c-9a74-6840ca309766" providerId="ADAL" clId="{7E6AAC8B-4B8B-447A-8E5B-B0FB6428AE91}" dt="2022-03-23T16:38:39.260" v="4917" actId="478"/>
          <ac:spMkLst>
            <pc:docMk/>
            <pc:sldMk cId="3079836178" sldId="736"/>
            <ac:spMk id="5" creationId="{1117BE1C-A835-438C-82B3-7084D310C5F8}"/>
          </ac:spMkLst>
        </pc:spChg>
        <pc:spChg chg="add del mod">
          <ac:chgData name="Tran Nguyen Huong" userId="4d3bad5e-0c0b-434c-9a74-6840ca309766" providerId="ADAL" clId="{7E6AAC8B-4B8B-447A-8E5B-B0FB6428AE91}" dt="2022-03-23T09:27:41.114" v="565" actId="478"/>
          <ac:spMkLst>
            <pc:docMk/>
            <pc:sldMk cId="3079836178" sldId="736"/>
            <ac:spMk id="5" creationId="{97949048-1EF4-43EE-B4EC-3599DF941B67}"/>
          </ac:spMkLst>
        </pc:spChg>
        <pc:spChg chg="mod">
          <ac:chgData name="Tran Nguyen Huong" userId="4d3bad5e-0c0b-434c-9a74-6840ca309766" providerId="ADAL" clId="{7E6AAC8B-4B8B-447A-8E5B-B0FB6428AE91}" dt="2022-03-23T09:30:04.498" v="688" actId="20577"/>
          <ac:spMkLst>
            <pc:docMk/>
            <pc:sldMk cId="3079836178" sldId="736"/>
            <ac:spMk id="6" creationId="{9CF96FE4-E1AC-4873-9042-522D93D11227}"/>
          </ac:spMkLst>
        </pc:spChg>
        <pc:spChg chg="del">
          <ac:chgData name="Tran Nguyen Huong" userId="4d3bad5e-0c0b-434c-9a74-6840ca309766" providerId="ADAL" clId="{7E6AAC8B-4B8B-447A-8E5B-B0FB6428AE91}" dt="2022-03-23T09:27:27.470" v="558" actId="478"/>
          <ac:spMkLst>
            <pc:docMk/>
            <pc:sldMk cId="3079836178" sldId="736"/>
            <ac:spMk id="7" creationId="{6A8F1026-35FB-4AC6-8485-8B8B7FABD155}"/>
          </ac:spMkLst>
        </pc:spChg>
        <pc:spChg chg="add del mod">
          <ac:chgData name="Tran Nguyen Huong" userId="4d3bad5e-0c0b-434c-9a74-6840ca309766" providerId="ADAL" clId="{7E6AAC8B-4B8B-447A-8E5B-B0FB6428AE91}" dt="2022-03-23T09:28:40.552" v="655" actId="478"/>
          <ac:spMkLst>
            <pc:docMk/>
            <pc:sldMk cId="3079836178" sldId="736"/>
            <ac:spMk id="8" creationId="{A767126C-655B-451B-9463-E2414D754247}"/>
          </ac:spMkLst>
        </pc:spChg>
        <pc:spChg chg="add del mod">
          <ac:chgData name="Tran Nguyen Huong" userId="4d3bad5e-0c0b-434c-9a74-6840ca309766" providerId="ADAL" clId="{7E6AAC8B-4B8B-447A-8E5B-B0FB6428AE91}" dt="2022-03-23T09:27:35.775" v="562"/>
          <ac:spMkLst>
            <pc:docMk/>
            <pc:sldMk cId="3079836178" sldId="736"/>
            <ac:spMk id="9" creationId="{7F73DB22-17BA-48C0-AAAC-7F432A9B05E6}"/>
          </ac:spMkLst>
        </pc:spChg>
        <pc:spChg chg="add del mod">
          <ac:chgData name="Tran Nguyen Huong" userId="4d3bad5e-0c0b-434c-9a74-6840ca309766" providerId="ADAL" clId="{7E6AAC8B-4B8B-447A-8E5B-B0FB6428AE91}" dt="2022-03-23T09:28:10.046" v="569" actId="478"/>
          <ac:spMkLst>
            <pc:docMk/>
            <pc:sldMk cId="3079836178" sldId="736"/>
            <ac:spMk id="10" creationId="{49BFBB32-9430-4B81-87C0-A4BEEC996C50}"/>
          </ac:spMkLst>
        </pc:spChg>
        <pc:spChg chg="add del mod">
          <ac:chgData name="Tran Nguyen Huong" userId="4d3bad5e-0c0b-434c-9a74-6840ca309766" providerId="ADAL" clId="{7E6AAC8B-4B8B-447A-8E5B-B0FB6428AE91}" dt="2022-03-23T16:38:37.119" v="4916" actId="478"/>
          <ac:spMkLst>
            <pc:docMk/>
            <pc:sldMk cId="3079836178" sldId="736"/>
            <ac:spMk id="10" creationId="{E5037030-6A9D-4461-8325-3DA1D7B01674}"/>
          </ac:spMkLst>
        </pc:spChg>
        <pc:spChg chg="add del">
          <ac:chgData name="Tran Nguyen Huong" userId="4d3bad5e-0c0b-434c-9a74-6840ca309766" providerId="ADAL" clId="{7E6AAC8B-4B8B-447A-8E5B-B0FB6428AE91}" dt="2022-03-23T09:29:22.473" v="663" actId="22"/>
          <ac:spMkLst>
            <pc:docMk/>
            <pc:sldMk cId="3079836178" sldId="736"/>
            <ac:spMk id="13" creationId="{CA7F7CF3-AB9C-4882-89ED-D52E3D290C10}"/>
          </ac:spMkLst>
        </pc:spChg>
        <pc:spChg chg="add mod">
          <ac:chgData name="Tran Nguyen Huong" userId="4d3bad5e-0c0b-434c-9a74-6840ca309766" providerId="ADAL" clId="{7E6AAC8B-4B8B-447A-8E5B-B0FB6428AE91}" dt="2022-03-23T09:30:25.597" v="694" actId="14100"/>
          <ac:spMkLst>
            <pc:docMk/>
            <pc:sldMk cId="3079836178" sldId="736"/>
            <ac:spMk id="15" creationId="{C0D4D50E-D40D-446D-A9C8-D2697FB7988A}"/>
          </ac:spMkLst>
        </pc:spChg>
        <pc:picChg chg="add mod">
          <ac:chgData name="Tran Nguyen Huong" userId="4d3bad5e-0c0b-434c-9a74-6840ca309766" providerId="ADAL" clId="{7E6AAC8B-4B8B-447A-8E5B-B0FB6428AE91}" dt="2022-03-23T09:30:32.008" v="696" actId="1076"/>
          <ac:picMkLst>
            <pc:docMk/>
            <pc:sldMk cId="3079836178" sldId="736"/>
            <ac:picMk id="14" creationId="{4A991DE8-1364-4056-AFDB-34455C004E36}"/>
          </ac:picMkLst>
        </pc:picChg>
        <pc:picChg chg="add mod">
          <ac:chgData name="Tran Nguyen Huong" userId="4d3bad5e-0c0b-434c-9a74-6840ca309766" providerId="ADAL" clId="{7E6AAC8B-4B8B-447A-8E5B-B0FB6428AE91}" dt="2022-03-23T09:28:51.561" v="657" actId="1076"/>
          <ac:picMkLst>
            <pc:docMk/>
            <pc:sldMk cId="3079836178" sldId="736"/>
            <ac:picMk id="8198" creationId="{3670F296-975A-421D-AFD4-0BA4D8873B98}"/>
          </ac:picMkLst>
        </pc:picChg>
      </pc:sldChg>
      <pc:sldChg chg="addSp delSp modSp add mod">
        <pc:chgData name="Tran Nguyen Huong" userId="4d3bad5e-0c0b-434c-9a74-6840ca309766" providerId="ADAL" clId="{7E6AAC8B-4B8B-447A-8E5B-B0FB6428AE91}" dt="2022-03-23T15:59:22.471" v="3927" actId="478"/>
        <pc:sldMkLst>
          <pc:docMk/>
          <pc:sldMk cId="2259794327" sldId="737"/>
        </pc:sldMkLst>
        <pc:spChg chg="del">
          <ac:chgData name="Tran Nguyen Huong" userId="4d3bad5e-0c0b-434c-9a74-6840ca309766" providerId="ADAL" clId="{7E6AAC8B-4B8B-447A-8E5B-B0FB6428AE91}" dt="2022-03-23T15:58:48.318" v="3916" actId="478"/>
          <ac:spMkLst>
            <pc:docMk/>
            <pc:sldMk cId="2259794327" sldId="737"/>
            <ac:spMk id="2" creationId="{E23D673C-8F85-4410-ABB1-7D54D23E360D}"/>
          </ac:spMkLst>
        </pc:spChg>
        <pc:spChg chg="add del mod">
          <ac:chgData name="Tran Nguyen Huong" userId="4d3bad5e-0c0b-434c-9a74-6840ca309766" providerId="ADAL" clId="{7E6AAC8B-4B8B-447A-8E5B-B0FB6428AE91}" dt="2022-03-23T15:59:22.471" v="3927" actId="478"/>
          <ac:spMkLst>
            <pc:docMk/>
            <pc:sldMk cId="2259794327" sldId="737"/>
            <ac:spMk id="5" creationId="{309B90E6-C2C1-4C07-8190-AE09500EFD14}"/>
          </ac:spMkLst>
        </pc:spChg>
        <pc:spChg chg="mod">
          <ac:chgData name="Tran Nguyen Huong" userId="4d3bad5e-0c0b-434c-9a74-6840ca309766" providerId="ADAL" clId="{7E6AAC8B-4B8B-447A-8E5B-B0FB6428AE91}" dt="2022-03-23T15:59:17.076" v="3926" actId="20577"/>
          <ac:spMkLst>
            <pc:docMk/>
            <pc:sldMk cId="2259794327" sldId="737"/>
            <ac:spMk id="6" creationId="{9CF96FE4-E1AC-4873-9042-522D93D11227}"/>
          </ac:spMkLst>
        </pc:spChg>
        <pc:spChg chg="add mod">
          <ac:chgData name="Tran Nguyen Huong" userId="4d3bad5e-0c0b-434c-9a74-6840ca309766" providerId="ADAL" clId="{7E6AAC8B-4B8B-447A-8E5B-B0FB6428AE91}" dt="2022-03-23T15:58:49.092" v="3917"/>
          <ac:spMkLst>
            <pc:docMk/>
            <pc:sldMk cId="2259794327" sldId="737"/>
            <ac:spMk id="7" creationId="{923C917E-8B13-47D2-BA12-AE2A4E224AD7}"/>
          </ac:spMkLst>
        </pc:spChg>
        <pc:spChg chg="del">
          <ac:chgData name="Tran Nguyen Huong" userId="4d3bad5e-0c0b-434c-9a74-6840ca309766" providerId="ADAL" clId="{7E6AAC8B-4B8B-447A-8E5B-B0FB6428AE91}" dt="2022-03-23T09:34:36.384" v="707" actId="478"/>
          <ac:spMkLst>
            <pc:docMk/>
            <pc:sldMk cId="2259794327" sldId="737"/>
            <ac:spMk id="15" creationId="{C0D4D50E-D40D-446D-A9C8-D2697FB7988A}"/>
          </ac:spMkLst>
        </pc:spChg>
        <pc:picChg chg="del mod">
          <ac:chgData name="Tran Nguyen Huong" userId="4d3bad5e-0c0b-434c-9a74-6840ca309766" providerId="ADAL" clId="{7E6AAC8B-4B8B-447A-8E5B-B0FB6428AE91}" dt="2022-03-23T09:35:02.996" v="715" actId="478"/>
          <ac:picMkLst>
            <pc:docMk/>
            <pc:sldMk cId="2259794327" sldId="737"/>
            <ac:picMk id="14" creationId="{4A991DE8-1364-4056-AFDB-34455C004E36}"/>
          </ac:picMkLst>
        </pc:picChg>
        <pc:picChg chg="del">
          <ac:chgData name="Tran Nguyen Huong" userId="4d3bad5e-0c0b-434c-9a74-6840ca309766" providerId="ADAL" clId="{7E6AAC8B-4B8B-447A-8E5B-B0FB6428AE91}" dt="2022-03-23T09:34:27.648" v="698" actId="478"/>
          <ac:picMkLst>
            <pc:docMk/>
            <pc:sldMk cId="2259794327" sldId="737"/>
            <ac:picMk id="8198" creationId="{3670F296-975A-421D-AFD4-0BA4D8873B98}"/>
          </ac:picMkLst>
        </pc:picChg>
      </pc:sldChg>
      <pc:sldChg chg="addSp delSp modSp add mod">
        <pc:chgData name="Tran Nguyen Huong" userId="4d3bad5e-0c0b-434c-9a74-6840ca309766" providerId="ADAL" clId="{7E6AAC8B-4B8B-447A-8E5B-B0FB6428AE91}" dt="2022-03-23T15:59:30.085" v="3930"/>
        <pc:sldMkLst>
          <pc:docMk/>
          <pc:sldMk cId="198886183" sldId="738"/>
        </pc:sldMkLst>
        <pc:spChg chg="del">
          <ac:chgData name="Tran Nguyen Huong" userId="4d3bad5e-0c0b-434c-9a74-6840ca309766" providerId="ADAL" clId="{7E6AAC8B-4B8B-447A-8E5B-B0FB6428AE91}" dt="2022-03-23T15:59:26.472" v="3928" actId="478"/>
          <ac:spMkLst>
            <pc:docMk/>
            <pc:sldMk cId="198886183" sldId="738"/>
            <ac:spMk id="2" creationId="{E23D673C-8F85-4410-ABB1-7D54D23E360D}"/>
          </ac:spMkLst>
        </pc:spChg>
        <pc:spChg chg="add del mod">
          <ac:chgData name="Tran Nguyen Huong" userId="4d3bad5e-0c0b-434c-9a74-6840ca309766" providerId="ADAL" clId="{7E6AAC8B-4B8B-447A-8E5B-B0FB6428AE91}" dt="2022-03-23T15:59:28.377" v="3929" actId="478"/>
          <ac:spMkLst>
            <pc:docMk/>
            <pc:sldMk cId="198886183" sldId="738"/>
            <ac:spMk id="5" creationId="{51E37315-4F72-4DBA-9106-94DD7FC02BE8}"/>
          </ac:spMkLst>
        </pc:spChg>
        <pc:spChg chg="mod">
          <ac:chgData name="Tran Nguyen Huong" userId="4d3bad5e-0c0b-434c-9a74-6840ca309766" providerId="ADAL" clId="{7E6AAC8B-4B8B-447A-8E5B-B0FB6428AE91}" dt="2022-03-23T10:10:48.357" v="951" actId="20577"/>
          <ac:spMkLst>
            <pc:docMk/>
            <pc:sldMk cId="198886183" sldId="738"/>
            <ac:spMk id="6" creationId="{9CF96FE4-E1AC-4873-9042-522D93D11227}"/>
          </ac:spMkLst>
        </pc:spChg>
        <pc:spChg chg="add mod">
          <ac:chgData name="Tran Nguyen Huong" userId="4d3bad5e-0c0b-434c-9a74-6840ca309766" providerId="ADAL" clId="{7E6AAC8B-4B8B-447A-8E5B-B0FB6428AE91}" dt="2022-03-23T10:09:51.528" v="931" actId="20577"/>
          <ac:spMkLst>
            <pc:docMk/>
            <pc:sldMk cId="198886183" sldId="738"/>
            <ac:spMk id="7" creationId="{112C0D93-19F1-48B9-AFC6-02BE1E3F43EA}"/>
          </ac:spMkLst>
        </pc:spChg>
        <pc:spChg chg="add del">
          <ac:chgData name="Tran Nguyen Huong" userId="4d3bad5e-0c0b-434c-9a74-6840ca309766" providerId="ADAL" clId="{7E6AAC8B-4B8B-447A-8E5B-B0FB6428AE91}" dt="2022-03-23T10:11:03.623" v="953" actId="22"/>
          <ac:spMkLst>
            <pc:docMk/>
            <pc:sldMk cId="198886183" sldId="738"/>
            <ac:spMk id="8" creationId="{8BD0761F-7B30-4AE7-8666-F94D7E45A490}"/>
          </ac:spMkLst>
        </pc:spChg>
        <pc:spChg chg="add mod">
          <ac:chgData name="Tran Nguyen Huong" userId="4d3bad5e-0c0b-434c-9a74-6840ca309766" providerId="ADAL" clId="{7E6AAC8B-4B8B-447A-8E5B-B0FB6428AE91}" dt="2022-03-23T15:59:30.085" v="3930"/>
          <ac:spMkLst>
            <pc:docMk/>
            <pc:sldMk cId="198886183" sldId="738"/>
            <ac:spMk id="9" creationId="{AD93F7A6-49BC-45FD-93B5-B5B8033442F3}"/>
          </ac:spMkLst>
        </pc:spChg>
        <pc:spChg chg="add mod">
          <ac:chgData name="Tran Nguyen Huong" userId="4d3bad5e-0c0b-434c-9a74-6840ca309766" providerId="ADAL" clId="{7E6AAC8B-4B8B-447A-8E5B-B0FB6428AE91}" dt="2022-03-23T10:11:33.233" v="961" actId="313"/>
          <ac:spMkLst>
            <pc:docMk/>
            <pc:sldMk cId="198886183" sldId="738"/>
            <ac:spMk id="10" creationId="{0EC9EDD0-7689-4A73-87FB-62A702554B25}"/>
          </ac:spMkLst>
        </pc:spChg>
      </pc:sldChg>
      <pc:sldChg chg="addSp delSp modSp add mod">
        <pc:chgData name="Tran Nguyen Huong" userId="4d3bad5e-0c0b-434c-9a74-6840ca309766" providerId="ADAL" clId="{7E6AAC8B-4B8B-447A-8E5B-B0FB6428AE91}" dt="2022-03-23T15:59:40.089" v="3933"/>
        <pc:sldMkLst>
          <pc:docMk/>
          <pc:sldMk cId="3144683878" sldId="739"/>
        </pc:sldMkLst>
        <pc:spChg chg="del">
          <ac:chgData name="Tran Nguyen Huong" userId="4d3bad5e-0c0b-434c-9a74-6840ca309766" providerId="ADAL" clId="{7E6AAC8B-4B8B-447A-8E5B-B0FB6428AE91}" dt="2022-03-23T15:59:37.847" v="3931" actId="478"/>
          <ac:spMkLst>
            <pc:docMk/>
            <pc:sldMk cId="3144683878" sldId="739"/>
            <ac:spMk id="2" creationId="{E23D673C-8F85-4410-ABB1-7D54D23E360D}"/>
          </ac:spMkLst>
        </pc:spChg>
        <pc:spChg chg="add del mod">
          <ac:chgData name="Tran Nguyen Huong" userId="4d3bad5e-0c0b-434c-9a74-6840ca309766" providerId="ADAL" clId="{7E6AAC8B-4B8B-447A-8E5B-B0FB6428AE91}" dt="2022-03-23T15:59:38.736" v="3932" actId="478"/>
          <ac:spMkLst>
            <pc:docMk/>
            <pc:sldMk cId="3144683878" sldId="739"/>
            <ac:spMk id="5" creationId="{4B358C16-A7A8-41E9-94DC-11D743060D32}"/>
          </ac:spMkLst>
        </pc:spChg>
        <pc:spChg chg="mod">
          <ac:chgData name="Tran Nguyen Huong" userId="4d3bad5e-0c0b-434c-9a74-6840ca309766" providerId="ADAL" clId="{7E6AAC8B-4B8B-447A-8E5B-B0FB6428AE91}" dt="2022-03-23T10:14:49.361" v="1075" actId="20577"/>
          <ac:spMkLst>
            <pc:docMk/>
            <pc:sldMk cId="3144683878" sldId="739"/>
            <ac:spMk id="6" creationId="{9CF96FE4-E1AC-4873-9042-522D93D11227}"/>
          </ac:spMkLst>
        </pc:spChg>
        <pc:spChg chg="del mod">
          <ac:chgData name="Tran Nguyen Huong" userId="4d3bad5e-0c0b-434c-9a74-6840ca309766" providerId="ADAL" clId="{7E6AAC8B-4B8B-447A-8E5B-B0FB6428AE91}" dt="2022-03-23T10:13:23.348" v="1026" actId="478"/>
          <ac:spMkLst>
            <pc:docMk/>
            <pc:sldMk cId="3144683878" sldId="739"/>
            <ac:spMk id="7" creationId="{112C0D93-19F1-48B9-AFC6-02BE1E3F43EA}"/>
          </ac:spMkLst>
        </pc:spChg>
        <pc:spChg chg="add mod">
          <ac:chgData name="Tran Nguyen Huong" userId="4d3bad5e-0c0b-434c-9a74-6840ca309766" providerId="ADAL" clId="{7E6AAC8B-4B8B-447A-8E5B-B0FB6428AE91}" dt="2022-03-23T10:14:08.551" v="1037" actId="14100"/>
          <ac:spMkLst>
            <pc:docMk/>
            <pc:sldMk cId="3144683878" sldId="739"/>
            <ac:spMk id="8" creationId="{18BD53CB-556C-4A83-B645-809893404110}"/>
          </ac:spMkLst>
        </pc:spChg>
        <pc:spChg chg="add mod">
          <ac:chgData name="Tran Nguyen Huong" userId="4d3bad5e-0c0b-434c-9a74-6840ca309766" providerId="ADAL" clId="{7E6AAC8B-4B8B-447A-8E5B-B0FB6428AE91}" dt="2022-03-23T15:59:40.089" v="3933"/>
          <ac:spMkLst>
            <pc:docMk/>
            <pc:sldMk cId="3144683878" sldId="739"/>
            <ac:spMk id="9" creationId="{D16E9C3A-B5D3-4321-90B8-DB953958B338}"/>
          </ac:spMkLst>
        </pc:spChg>
        <pc:spChg chg="del">
          <ac:chgData name="Tran Nguyen Huong" userId="4d3bad5e-0c0b-434c-9a74-6840ca309766" providerId="ADAL" clId="{7E6AAC8B-4B8B-447A-8E5B-B0FB6428AE91}" dt="2022-03-23T10:12:23.905" v="967" actId="478"/>
          <ac:spMkLst>
            <pc:docMk/>
            <pc:sldMk cId="3144683878" sldId="739"/>
            <ac:spMk id="10" creationId="{0EC9EDD0-7689-4A73-87FB-62A702554B25}"/>
          </ac:spMkLst>
        </pc:spChg>
        <pc:picChg chg="add mod">
          <ac:chgData name="Tran Nguyen Huong" userId="4d3bad5e-0c0b-434c-9a74-6840ca309766" providerId="ADAL" clId="{7E6AAC8B-4B8B-447A-8E5B-B0FB6428AE91}" dt="2022-03-23T10:14:56.726" v="1077" actId="1076"/>
          <ac:picMkLst>
            <pc:docMk/>
            <pc:sldMk cId="3144683878" sldId="739"/>
            <ac:picMk id="10242" creationId="{E2FBFDD0-381D-4D3E-B3F8-4D4D06ADDCD6}"/>
          </ac:picMkLst>
        </pc:picChg>
      </pc:sldChg>
      <pc:sldChg chg="addSp delSp modSp add mod">
        <pc:chgData name="Tran Nguyen Huong" userId="4d3bad5e-0c0b-434c-9a74-6840ca309766" providerId="ADAL" clId="{7E6AAC8B-4B8B-447A-8E5B-B0FB6428AE91}" dt="2022-03-23T16:00:08.568" v="3939" actId="255"/>
        <pc:sldMkLst>
          <pc:docMk/>
          <pc:sldMk cId="451340817" sldId="740"/>
        </pc:sldMkLst>
        <pc:spChg chg="del">
          <ac:chgData name="Tran Nguyen Huong" userId="4d3bad5e-0c0b-434c-9a74-6840ca309766" providerId="ADAL" clId="{7E6AAC8B-4B8B-447A-8E5B-B0FB6428AE91}" dt="2022-03-23T15:59:50.488" v="3934" actId="478"/>
          <ac:spMkLst>
            <pc:docMk/>
            <pc:sldMk cId="451340817" sldId="740"/>
            <ac:spMk id="2" creationId="{E23D673C-8F85-4410-ABB1-7D54D23E360D}"/>
          </ac:spMkLst>
        </pc:spChg>
        <pc:spChg chg="add del mod">
          <ac:chgData name="Tran Nguyen Huong" userId="4d3bad5e-0c0b-434c-9a74-6840ca309766" providerId="ADAL" clId="{7E6AAC8B-4B8B-447A-8E5B-B0FB6428AE91}" dt="2022-03-23T10:17:43.280" v="1082" actId="478"/>
          <ac:spMkLst>
            <pc:docMk/>
            <pc:sldMk cId="451340817" sldId="740"/>
            <ac:spMk id="3" creationId="{7228A776-CBE7-4703-90AA-FD3C8E451DC4}"/>
          </ac:spMkLst>
        </pc:spChg>
        <pc:spChg chg="add del mod">
          <ac:chgData name="Tran Nguyen Huong" userId="4d3bad5e-0c0b-434c-9a74-6840ca309766" providerId="ADAL" clId="{7E6AAC8B-4B8B-447A-8E5B-B0FB6428AE91}" dt="2022-03-23T15:59:52.665" v="3935" actId="478"/>
          <ac:spMkLst>
            <pc:docMk/>
            <pc:sldMk cId="451340817" sldId="740"/>
            <ac:spMk id="5" creationId="{0C227499-53B8-4B27-B343-E72C2181A501}"/>
          </ac:spMkLst>
        </pc:spChg>
        <pc:spChg chg="add del">
          <ac:chgData name="Tran Nguyen Huong" userId="4d3bad5e-0c0b-434c-9a74-6840ca309766" providerId="ADAL" clId="{7E6AAC8B-4B8B-447A-8E5B-B0FB6428AE91}" dt="2022-03-23T10:20:38.500" v="1165"/>
          <ac:spMkLst>
            <pc:docMk/>
            <pc:sldMk cId="451340817" sldId="740"/>
            <ac:spMk id="5" creationId="{94387E84-012C-4CD8-B97C-9F777A57DFC2}"/>
          </ac:spMkLst>
        </pc:spChg>
        <pc:spChg chg="mod">
          <ac:chgData name="Tran Nguyen Huong" userId="4d3bad5e-0c0b-434c-9a74-6840ca309766" providerId="ADAL" clId="{7E6AAC8B-4B8B-447A-8E5B-B0FB6428AE91}" dt="2022-03-23T16:00:08.568" v="3939" actId="255"/>
          <ac:spMkLst>
            <pc:docMk/>
            <pc:sldMk cId="451340817" sldId="740"/>
            <ac:spMk id="6" creationId="{9CF96FE4-E1AC-4873-9042-522D93D11227}"/>
          </ac:spMkLst>
        </pc:spChg>
        <pc:spChg chg="mod">
          <ac:chgData name="Tran Nguyen Huong" userId="4d3bad5e-0c0b-434c-9a74-6840ca309766" providerId="ADAL" clId="{7E6AAC8B-4B8B-447A-8E5B-B0FB6428AE91}" dt="2022-03-23T10:23:22.602" v="1232" actId="1076"/>
          <ac:spMkLst>
            <pc:docMk/>
            <pc:sldMk cId="451340817" sldId="740"/>
            <ac:spMk id="8" creationId="{18BD53CB-556C-4A83-B645-809893404110}"/>
          </ac:spMkLst>
        </pc:spChg>
        <pc:spChg chg="add mod">
          <ac:chgData name="Tran Nguyen Huong" userId="4d3bad5e-0c0b-434c-9a74-6840ca309766" providerId="ADAL" clId="{7E6AAC8B-4B8B-447A-8E5B-B0FB6428AE91}" dt="2022-03-23T10:23:47.120" v="1235" actId="20577"/>
          <ac:spMkLst>
            <pc:docMk/>
            <pc:sldMk cId="451340817" sldId="740"/>
            <ac:spMk id="10" creationId="{80A9833D-3AAB-48F7-93DD-225A95A6F855}"/>
          </ac:spMkLst>
        </pc:spChg>
        <pc:spChg chg="add mod">
          <ac:chgData name="Tran Nguyen Huong" userId="4d3bad5e-0c0b-434c-9a74-6840ca309766" providerId="ADAL" clId="{7E6AAC8B-4B8B-447A-8E5B-B0FB6428AE91}" dt="2022-03-23T15:59:54.037" v="3936"/>
          <ac:spMkLst>
            <pc:docMk/>
            <pc:sldMk cId="451340817" sldId="740"/>
            <ac:spMk id="11" creationId="{5D3433B5-73D9-4736-9296-47044AAF90AD}"/>
          </ac:spMkLst>
        </pc:spChg>
        <pc:spChg chg="add mod">
          <ac:chgData name="Tran Nguyen Huong" userId="4d3bad5e-0c0b-434c-9a74-6840ca309766" providerId="ADAL" clId="{7E6AAC8B-4B8B-447A-8E5B-B0FB6428AE91}" dt="2022-03-23T10:24:52.998" v="1247" actId="113"/>
          <ac:spMkLst>
            <pc:docMk/>
            <pc:sldMk cId="451340817" sldId="740"/>
            <ac:spMk id="13" creationId="{E75261D0-F588-4E28-BDE2-CCB605A710C7}"/>
          </ac:spMkLst>
        </pc:spChg>
        <pc:picChg chg="add mod">
          <ac:chgData name="Tran Nguyen Huong" userId="4d3bad5e-0c0b-434c-9a74-6840ca309766" providerId="ADAL" clId="{7E6AAC8B-4B8B-447A-8E5B-B0FB6428AE91}" dt="2022-03-23T10:24:28.617" v="1243" actId="1076"/>
          <ac:picMkLst>
            <pc:docMk/>
            <pc:sldMk cId="451340817" sldId="740"/>
            <ac:picMk id="9" creationId="{F03EA8F2-6A3A-4008-BBBD-7D1D3C789D4C}"/>
          </ac:picMkLst>
        </pc:picChg>
        <pc:picChg chg="del">
          <ac:chgData name="Tran Nguyen Huong" userId="4d3bad5e-0c0b-434c-9a74-6840ca309766" providerId="ADAL" clId="{7E6AAC8B-4B8B-447A-8E5B-B0FB6428AE91}" dt="2022-03-23T10:21:56.913" v="1210" actId="478"/>
          <ac:picMkLst>
            <pc:docMk/>
            <pc:sldMk cId="451340817" sldId="740"/>
            <ac:picMk id="10242" creationId="{E2FBFDD0-381D-4D3E-B3F8-4D4D06ADDCD6}"/>
          </ac:picMkLst>
        </pc:picChg>
      </pc:sldChg>
      <pc:sldChg chg="new add del">
        <pc:chgData name="Tran Nguyen Huong" userId="4d3bad5e-0c0b-434c-9a74-6840ca309766" providerId="ADAL" clId="{7E6AAC8B-4B8B-447A-8E5B-B0FB6428AE91}" dt="2022-03-23T10:44:45.049" v="1637" actId="47"/>
        <pc:sldMkLst>
          <pc:docMk/>
          <pc:sldMk cId="1697798235" sldId="741"/>
        </pc:sldMkLst>
      </pc:sldChg>
      <pc:sldChg chg="modSp del">
        <pc:chgData name="Tran Nguyen Huong" userId="4d3bad5e-0c0b-434c-9a74-6840ca309766" providerId="ADAL" clId="{7E6AAC8B-4B8B-447A-8E5B-B0FB6428AE91}" dt="2022-03-23T10:29:55.163" v="1258"/>
        <pc:sldMkLst>
          <pc:docMk/>
          <pc:sldMk cId="1383541636" sldId="742"/>
        </pc:sldMkLst>
        <pc:spChg chg="mod">
          <ac:chgData name="Tran Nguyen Huong" userId="4d3bad5e-0c0b-434c-9a74-6840ca309766" providerId="ADAL" clId="{7E6AAC8B-4B8B-447A-8E5B-B0FB6428AE91}" dt="2022-03-23T10:28:58.170" v="1249"/>
          <ac:spMkLst>
            <pc:docMk/>
            <pc:sldMk cId="1383541636" sldId="742"/>
            <ac:spMk id="6" creationId="{9CF96FE4-E1AC-4873-9042-522D93D11227}"/>
          </ac:spMkLst>
        </pc:spChg>
      </pc:sldChg>
      <pc:sldChg chg="addSp delSp modSp mod">
        <pc:chgData name="Tran Nguyen Huong" userId="4d3bad5e-0c0b-434c-9a74-6840ca309766" providerId="ADAL" clId="{7E6AAC8B-4B8B-447A-8E5B-B0FB6428AE91}" dt="2022-03-23T16:00:19.719" v="3942"/>
        <pc:sldMkLst>
          <pc:docMk/>
          <pc:sldMk cId="3410213930" sldId="742"/>
        </pc:sldMkLst>
        <pc:spChg chg="del">
          <ac:chgData name="Tran Nguyen Huong" userId="4d3bad5e-0c0b-434c-9a74-6840ca309766" providerId="ADAL" clId="{7E6AAC8B-4B8B-447A-8E5B-B0FB6428AE91}" dt="2022-03-23T16:00:14.257" v="3940" actId="478"/>
          <ac:spMkLst>
            <pc:docMk/>
            <pc:sldMk cId="3410213930" sldId="742"/>
            <ac:spMk id="2" creationId="{E23D673C-8F85-4410-ABB1-7D54D23E360D}"/>
          </ac:spMkLst>
        </pc:spChg>
        <pc:spChg chg="add del mod">
          <ac:chgData name="Tran Nguyen Huong" userId="4d3bad5e-0c0b-434c-9a74-6840ca309766" providerId="ADAL" clId="{7E6AAC8B-4B8B-447A-8E5B-B0FB6428AE91}" dt="2022-03-23T16:00:18.410" v="3941" actId="478"/>
          <ac:spMkLst>
            <pc:docMk/>
            <pc:sldMk cId="3410213930" sldId="742"/>
            <ac:spMk id="5" creationId="{F3F1301F-3B63-446D-AF4D-6CE00ACCC940}"/>
          </ac:spMkLst>
        </pc:spChg>
        <pc:spChg chg="mod">
          <ac:chgData name="Tran Nguyen Huong" userId="4d3bad5e-0c0b-434c-9a74-6840ca309766" providerId="ADAL" clId="{7E6AAC8B-4B8B-447A-8E5B-B0FB6428AE91}" dt="2022-03-23T10:34:12.441" v="1351" actId="20577"/>
          <ac:spMkLst>
            <pc:docMk/>
            <pc:sldMk cId="3410213930" sldId="742"/>
            <ac:spMk id="6" creationId="{9CF96FE4-E1AC-4873-9042-522D93D11227}"/>
          </ac:spMkLst>
        </pc:spChg>
        <pc:spChg chg="del">
          <ac:chgData name="Tran Nguyen Huong" userId="4d3bad5e-0c0b-434c-9a74-6840ca309766" providerId="ADAL" clId="{7E6AAC8B-4B8B-447A-8E5B-B0FB6428AE91}" dt="2022-03-23T10:30:44.511" v="1263" actId="478"/>
          <ac:spMkLst>
            <pc:docMk/>
            <pc:sldMk cId="3410213930" sldId="742"/>
            <ac:spMk id="8" creationId="{18BD53CB-556C-4A83-B645-809893404110}"/>
          </ac:spMkLst>
        </pc:spChg>
        <pc:spChg chg="add mod">
          <ac:chgData name="Tran Nguyen Huong" userId="4d3bad5e-0c0b-434c-9a74-6840ca309766" providerId="ADAL" clId="{7E6AAC8B-4B8B-447A-8E5B-B0FB6428AE91}" dt="2022-03-23T10:32:58.247" v="1305" actId="1076"/>
          <ac:spMkLst>
            <pc:docMk/>
            <pc:sldMk cId="3410213930" sldId="742"/>
            <ac:spMk id="9" creationId="{045B5738-E2DD-4B1F-9AC9-25ECDC4AC39E}"/>
          </ac:spMkLst>
        </pc:spChg>
        <pc:spChg chg="add mod">
          <ac:chgData name="Tran Nguyen Huong" userId="4d3bad5e-0c0b-434c-9a74-6840ca309766" providerId="ADAL" clId="{7E6AAC8B-4B8B-447A-8E5B-B0FB6428AE91}" dt="2022-03-23T10:34:25.246" v="1356" actId="14100"/>
          <ac:spMkLst>
            <pc:docMk/>
            <pc:sldMk cId="3410213930" sldId="742"/>
            <ac:spMk id="10" creationId="{EB412552-DA4D-471D-9880-6219F5660437}"/>
          </ac:spMkLst>
        </pc:spChg>
        <pc:spChg chg="add mod">
          <ac:chgData name="Tran Nguyen Huong" userId="4d3bad5e-0c0b-434c-9a74-6840ca309766" providerId="ADAL" clId="{7E6AAC8B-4B8B-447A-8E5B-B0FB6428AE91}" dt="2022-03-23T16:00:19.719" v="3942"/>
          <ac:spMkLst>
            <pc:docMk/>
            <pc:sldMk cId="3410213930" sldId="742"/>
            <ac:spMk id="11" creationId="{9938145A-82FD-41BB-98A8-1EEF33039B0C}"/>
          </ac:spMkLst>
        </pc:spChg>
        <pc:picChg chg="del">
          <ac:chgData name="Tran Nguyen Huong" userId="4d3bad5e-0c0b-434c-9a74-6840ca309766" providerId="ADAL" clId="{7E6AAC8B-4B8B-447A-8E5B-B0FB6428AE91}" dt="2022-03-23T10:31:34.907" v="1288" actId="478"/>
          <ac:picMkLst>
            <pc:docMk/>
            <pc:sldMk cId="3410213930" sldId="742"/>
            <ac:picMk id="10242" creationId="{E2FBFDD0-381D-4D3E-B3F8-4D4D06ADDCD6}"/>
          </ac:picMkLst>
        </pc:picChg>
      </pc:sldChg>
      <pc:sldChg chg="addSp delSp modSp add mod">
        <pc:chgData name="Tran Nguyen Huong" userId="4d3bad5e-0c0b-434c-9a74-6840ca309766" providerId="ADAL" clId="{7E6AAC8B-4B8B-447A-8E5B-B0FB6428AE91}" dt="2022-03-23T16:00:29.044" v="3945"/>
        <pc:sldMkLst>
          <pc:docMk/>
          <pc:sldMk cId="1089533183" sldId="743"/>
        </pc:sldMkLst>
        <pc:spChg chg="del">
          <ac:chgData name="Tran Nguyen Huong" userId="4d3bad5e-0c0b-434c-9a74-6840ca309766" providerId="ADAL" clId="{7E6AAC8B-4B8B-447A-8E5B-B0FB6428AE91}" dt="2022-03-23T16:00:25.892" v="3943" actId="478"/>
          <ac:spMkLst>
            <pc:docMk/>
            <pc:sldMk cId="1089533183" sldId="743"/>
            <ac:spMk id="2" creationId="{E23D673C-8F85-4410-ABB1-7D54D23E360D}"/>
          </ac:spMkLst>
        </pc:spChg>
        <pc:spChg chg="add del">
          <ac:chgData name="Tran Nguyen Huong" userId="4d3bad5e-0c0b-434c-9a74-6840ca309766" providerId="ADAL" clId="{7E6AAC8B-4B8B-447A-8E5B-B0FB6428AE91}" dt="2022-03-23T10:35:15.468" v="1367"/>
          <ac:spMkLst>
            <pc:docMk/>
            <pc:sldMk cId="1089533183" sldId="743"/>
            <ac:spMk id="3" creationId="{A44428CD-0461-4A22-ACEF-F23B53B40100}"/>
          </ac:spMkLst>
        </pc:spChg>
        <pc:spChg chg="add del mod">
          <ac:chgData name="Tran Nguyen Huong" userId="4d3bad5e-0c0b-434c-9a74-6840ca309766" providerId="ADAL" clId="{7E6AAC8B-4B8B-447A-8E5B-B0FB6428AE91}" dt="2022-03-23T16:00:27.217" v="3944" actId="478"/>
          <ac:spMkLst>
            <pc:docMk/>
            <pc:sldMk cId="1089533183" sldId="743"/>
            <ac:spMk id="5" creationId="{AB2BB2DA-F5EC-4141-A79D-BC543A93F6D9}"/>
          </ac:spMkLst>
        </pc:spChg>
        <pc:spChg chg="mod">
          <ac:chgData name="Tran Nguyen Huong" userId="4d3bad5e-0c0b-434c-9a74-6840ca309766" providerId="ADAL" clId="{7E6AAC8B-4B8B-447A-8E5B-B0FB6428AE91}" dt="2022-03-23T10:36:10.805" v="1387" actId="20577"/>
          <ac:spMkLst>
            <pc:docMk/>
            <pc:sldMk cId="1089533183" sldId="743"/>
            <ac:spMk id="6" creationId="{9CF96FE4-E1AC-4873-9042-522D93D11227}"/>
          </ac:spMkLst>
        </pc:spChg>
        <pc:spChg chg="add mod">
          <ac:chgData name="Tran Nguyen Huong" userId="4d3bad5e-0c0b-434c-9a74-6840ca309766" providerId="ADAL" clId="{7E6AAC8B-4B8B-447A-8E5B-B0FB6428AE91}" dt="2022-03-23T16:00:29.044" v="3945"/>
          <ac:spMkLst>
            <pc:docMk/>
            <pc:sldMk cId="1089533183" sldId="743"/>
            <ac:spMk id="8" creationId="{78DE28F8-F93F-43CA-BAA7-08D169922BB9}"/>
          </ac:spMkLst>
        </pc:spChg>
        <pc:spChg chg="mod">
          <ac:chgData name="Tran Nguyen Huong" userId="4d3bad5e-0c0b-434c-9a74-6840ca309766" providerId="ADAL" clId="{7E6AAC8B-4B8B-447A-8E5B-B0FB6428AE91}" dt="2022-03-23T10:36:15.214" v="1388" actId="1076"/>
          <ac:spMkLst>
            <pc:docMk/>
            <pc:sldMk cId="1089533183" sldId="743"/>
            <ac:spMk id="9" creationId="{045B5738-E2DD-4B1F-9AC9-25ECDC4AC39E}"/>
          </ac:spMkLst>
        </pc:spChg>
        <pc:spChg chg="del">
          <ac:chgData name="Tran Nguyen Huong" userId="4d3bad5e-0c0b-434c-9a74-6840ca309766" providerId="ADAL" clId="{7E6AAC8B-4B8B-447A-8E5B-B0FB6428AE91}" dt="2022-03-23T10:35:20.709" v="1370" actId="478"/>
          <ac:spMkLst>
            <pc:docMk/>
            <pc:sldMk cId="1089533183" sldId="743"/>
            <ac:spMk id="10" creationId="{EB412552-DA4D-471D-9880-6219F5660437}"/>
          </ac:spMkLst>
        </pc:spChg>
      </pc:sldChg>
      <pc:sldChg chg="add del">
        <pc:chgData name="Tran Nguyen Huong" userId="4d3bad5e-0c0b-434c-9a74-6840ca309766" providerId="ADAL" clId="{7E6AAC8B-4B8B-447A-8E5B-B0FB6428AE91}" dt="2022-03-23T10:29:52.287" v="1257"/>
        <pc:sldMkLst>
          <pc:docMk/>
          <pc:sldMk cId="3031931057" sldId="743"/>
        </pc:sldMkLst>
      </pc:sldChg>
      <pc:sldChg chg="addSp delSp modSp add mod">
        <pc:chgData name="Tran Nguyen Huong" userId="4d3bad5e-0c0b-434c-9a74-6840ca309766" providerId="ADAL" clId="{7E6AAC8B-4B8B-447A-8E5B-B0FB6428AE91}" dt="2022-03-23T16:00:39.662" v="3948"/>
        <pc:sldMkLst>
          <pc:docMk/>
          <pc:sldMk cId="234376837" sldId="744"/>
        </pc:sldMkLst>
        <pc:spChg chg="del">
          <ac:chgData name="Tran Nguyen Huong" userId="4d3bad5e-0c0b-434c-9a74-6840ca309766" providerId="ADAL" clId="{7E6AAC8B-4B8B-447A-8E5B-B0FB6428AE91}" dt="2022-03-23T16:00:34.557" v="3946" actId="478"/>
          <ac:spMkLst>
            <pc:docMk/>
            <pc:sldMk cId="234376837" sldId="744"/>
            <ac:spMk id="2" creationId="{E23D673C-8F85-4410-ABB1-7D54D23E360D}"/>
          </ac:spMkLst>
        </pc:spChg>
        <pc:spChg chg="add del mod">
          <ac:chgData name="Tran Nguyen Huong" userId="4d3bad5e-0c0b-434c-9a74-6840ca309766" providerId="ADAL" clId="{7E6AAC8B-4B8B-447A-8E5B-B0FB6428AE91}" dt="2022-03-23T16:00:38.230" v="3947" actId="478"/>
          <ac:spMkLst>
            <pc:docMk/>
            <pc:sldMk cId="234376837" sldId="744"/>
            <ac:spMk id="5" creationId="{F0B63D85-4A9B-4487-BFFA-218619B99034}"/>
          </ac:spMkLst>
        </pc:spChg>
        <pc:spChg chg="mod">
          <ac:chgData name="Tran Nguyen Huong" userId="4d3bad5e-0c0b-434c-9a74-6840ca309766" providerId="ADAL" clId="{7E6AAC8B-4B8B-447A-8E5B-B0FB6428AE91}" dt="2022-03-23T10:40:17.952" v="1429" actId="1076"/>
          <ac:spMkLst>
            <pc:docMk/>
            <pc:sldMk cId="234376837" sldId="744"/>
            <ac:spMk id="6" creationId="{9CF96FE4-E1AC-4873-9042-522D93D11227}"/>
          </ac:spMkLst>
        </pc:spChg>
        <pc:spChg chg="add mod">
          <ac:chgData name="Tran Nguyen Huong" userId="4d3bad5e-0c0b-434c-9a74-6840ca309766" providerId="ADAL" clId="{7E6AAC8B-4B8B-447A-8E5B-B0FB6428AE91}" dt="2022-03-23T16:00:39.662" v="3948"/>
          <ac:spMkLst>
            <pc:docMk/>
            <pc:sldMk cId="234376837" sldId="744"/>
            <ac:spMk id="8" creationId="{301EECDB-6B9A-49BF-A455-80933DE1B854}"/>
          </ac:spMkLst>
        </pc:spChg>
        <pc:spChg chg="mod">
          <ac:chgData name="Tran Nguyen Huong" userId="4d3bad5e-0c0b-434c-9a74-6840ca309766" providerId="ADAL" clId="{7E6AAC8B-4B8B-447A-8E5B-B0FB6428AE91}" dt="2022-03-23T10:40:25.232" v="1430" actId="1076"/>
          <ac:spMkLst>
            <pc:docMk/>
            <pc:sldMk cId="234376837" sldId="744"/>
            <ac:spMk id="9" creationId="{045B5738-E2DD-4B1F-9AC9-25ECDC4AC39E}"/>
          </ac:spMkLst>
        </pc:spChg>
      </pc:sldChg>
      <pc:sldChg chg="add del">
        <pc:chgData name="Tran Nguyen Huong" userId="4d3bad5e-0c0b-434c-9a74-6840ca309766" providerId="ADAL" clId="{7E6AAC8B-4B8B-447A-8E5B-B0FB6428AE91}" dt="2022-03-23T10:29:30.036" v="1254"/>
        <pc:sldMkLst>
          <pc:docMk/>
          <pc:sldMk cId="709754123" sldId="744"/>
        </pc:sldMkLst>
      </pc:sldChg>
      <pc:sldChg chg="modSp add mod">
        <pc:chgData name="Tran Nguyen Huong" userId="4d3bad5e-0c0b-434c-9a74-6840ca309766" providerId="ADAL" clId="{7E6AAC8B-4B8B-447A-8E5B-B0FB6428AE91}" dt="2022-03-23T15:57:39.001" v="3900" actId="20577"/>
        <pc:sldMkLst>
          <pc:docMk/>
          <pc:sldMk cId="1410748446" sldId="745"/>
        </pc:sldMkLst>
        <pc:spChg chg="mod">
          <ac:chgData name="Tran Nguyen Huong" userId="4d3bad5e-0c0b-434c-9a74-6840ca309766" providerId="ADAL" clId="{7E6AAC8B-4B8B-447A-8E5B-B0FB6428AE91}" dt="2022-03-23T15:57:13.363" v="3878" actId="403"/>
          <ac:spMkLst>
            <pc:docMk/>
            <pc:sldMk cId="1410748446" sldId="745"/>
            <ac:spMk id="2" creationId="{E23D673C-8F85-4410-ABB1-7D54D23E360D}"/>
          </ac:spMkLst>
        </pc:spChg>
        <pc:spChg chg="mod">
          <ac:chgData name="Tran Nguyen Huong" userId="4d3bad5e-0c0b-434c-9a74-6840ca309766" providerId="ADAL" clId="{7E6AAC8B-4B8B-447A-8E5B-B0FB6428AE91}" dt="2022-03-23T15:57:39.001" v="3900" actId="20577"/>
          <ac:spMkLst>
            <pc:docMk/>
            <pc:sldMk cId="1410748446" sldId="745"/>
            <ac:spMk id="6" creationId="{9CF96FE4-E1AC-4873-9042-522D93D11227}"/>
          </ac:spMkLst>
        </pc:spChg>
      </pc:sldChg>
      <pc:sldChg chg="modSp new mod">
        <pc:chgData name="Tran Nguyen Huong" userId="4d3bad5e-0c0b-434c-9a74-6840ca309766" providerId="ADAL" clId="{7E6AAC8B-4B8B-447A-8E5B-B0FB6428AE91}" dt="2022-03-23T16:01:33.165" v="4034" actId="27636"/>
        <pc:sldMkLst>
          <pc:docMk/>
          <pc:sldMk cId="4246289824" sldId="746"/>
        </pc:sldMkLst>
        <pc:spChg chg="mod">
          <ac:chgData name="Tran Nguyen Huong" userId="4d3bad5e-0c0b-434c-9a74-6840ca309766" providerId="ADAL" clId="{7E6AAC8B-4B8B-447A-8E5B-B0FB6428AE91}" dt="2022-03-23T16:01:15.644" v="4029" actId="20577"/>
          <ac:spMkLst>
            <pc:docMk/>
            <pc:sldMk cId="4246289824" sldId="746"/>
            <ac:spMk id="2" creationId="{EEE1A22A-4EB6-45DA-9A3C-9F51CA84B14E}"/>
          </ac:spMkLst>
        </pc:spChg>
        <pc:spChg chg="mod">
          <ac:chgData name="Tran Nguyen Huong" userId="4d3bad5e-0c0b-434c-9a74-6840ca309766" providerId="ADAL" clId="{7E6AAC8B-4B8B-447A-8E5B-B0FB6428AE91}" dt="2022-03-23T16:01:33.165" v="4034" actId="27636"/>
          <ac:spMkLst>
            <pc:docMk/>
            <pc:sldMk cId="4246289824" sldId="746"/>
            <ac:spMk id="3" creationId="{F88F82AF-48A6-4ED1-B4E2-61A01325A8DD}"/>
          </ac:spMkLst>
        </pc:spChg>
      </pc:sldChg>
      <pc:sldChg chg="addSp modSp add mod">
        <pc:chgData name="Tran Nguyen Huong" userId="4d3bad5e-0c0b-434c-9a74-6840ca309766" providerId="ADAL" clId="{7E6AAC8B-4B8B-447A-8E5B-B0FB6428AE91}" dt="2022-03-23T16:03:54.005" v="4099" actId="123"/>
        <pc:sldMkLst>
          <pc:docMk/>
          <pc:sldMk cId="295874814" sldId="747"/>
        </pc:sldMkLst>
        <pc:spChg chg="mod">
          <ac:chgData name="Tran Nguyen Huong" userId="4d3bad5e-0c0b-434c-9a74-6840ca309766" providerId="ADAL" clId="{7E6AAC8B-4B8B-447A-8E5B-B0FB6428AE91}" dt="2022-03-23T16:01:51.466" v="4086" actId="27636"/>
          <ac:spMkLst>
            <pc:docMk/>
            <pc:sldMk cId="295874814" sldId="747"/>
            <ac:spMk id="2" creationId="{EEE1A22A-4EB6-45DA-9A3C-9F51CA84B14E}"/>
          </ac:spMkLst>
        </pc:spChg>
        <pc:spChg chg="mod">
          <ac:chgData name="Tran Nguyen Huong" userId="4d3bad5e-0c0b-434c-9a74-6840ca309766" providerId="ADAL" clId="{7E6AAC8B-4B8B-447A-8E5B-B0FB6428AE91}" dt="2022-03-23T16:03:54.005" v="4099" actId="123"/>
          <ac:spMkLst>
            <pc:docMk/>
            <pc:sldMk cId="295874814" sldId="747"/>
            <ac:spMk id="3" creationId="{F88F82AF-48A6-4ED1-B4E2-61A01325A8DD}"/>
          </ac:spMkLst>
        </pc:spChg>
        <pc:picChg chg="add mod">
          <ac:chgData name="Tran Nguyen Huong" userId="4d3bad5e-0c0b-434c-9a74-6840ca309766" providerId="ADAL" clId="{7E6AAC8B-4B8B-447A-8E5B-B0FB6428AE91}" dt="2022-03-23T16:03:35.708" v="4098" actId="1076"/>
          <ac:picMkLst>
            <pc:docMk/>
            <pc:sldMk cId="295874814" sldId="747"/>
            <ac:picMk id="5" creationId="{6D725BD1-2DB5-4BDA-B052-73A4419C41B5}"/>
          </ac:picMkLst>
        </pc:picChg>
      </pc:sldChg>
      <pc:sldChg chg="addSp delSp modSp add mod">
        <pc:chgData name="Tran Nguyen Huong" userId="4d3bad5e-0c0b-434c-9a74-6840ca309766" providerId="ADAL" clId="{7E6AAC8B-4B8B-447A-8E5B-B0FB6428AE91}" dt="2022-03-23T16:04:15.554" v="4110" actId="20577"/>
        <pc:sldMkLst>
          <pc:docMk/>
          <pc:sldMk cId="2288053902" sldId="748"/>
        </pc:sldMkLst>
        <pc:spChg chg="mod">
          <ac:chgData name="Tran Nguyen Huong" userId="4d3bad5e-0c0b-434c-9a74-6840ca309766" providerId="ADAL" clId="{7E6AAC8B-4B8B-447A-8E5B-B0FB6428AE91}" dt="2022-03-23T16:04:15.554" v="4110" actId="20577"/>
          <ac:spMkLst>
            <pc:docMk/>
            <pc:sldMk cId="2288053902" sldId="748"/>
            <ac:spMk id="2" creationId="{EEE1A22A-4EB6-45DA-9A3C-9F51CA84B14E}"/>
          </ac:spMkLst>
        </pc:spChg>
        <pc:spChg chg="mod">
          <ac:chgData name="Tran Nguyen Huong" userId="4d3bad5e-0c0b-434c-9a74-6840ca309766" providerId="ADAL" clId="{7E6AAC8B-4B8B-447A-8E5B-B0FB6428AE91}" dt="2022-03-23T11:54:03.853" v="2171" actId="20577"/>
          <ac:spMkLst>
            <pc:docMk/>
            <pc:sldMk cId="2288053902" sldId="748"/>
            <ac:spMk id="3" creationId="{F88F82AF-48A6-4ED1-B4E2-61A01325A8DD}"/>
          </ac:spMkLst>
        </pc:spChg>
        <pc:spChg chg="add mod">
          <ac:chgData name="Tran Nguyen Huong" userId="4d3bad5e-0c0b-434c-9a74-6840ca309766" providerId="ADAL" clId="{7E6AAC8B-4B8B-447A-8E5B-B0FB6428AE91}" dt="2022-03-23T11:54:54.625" v="2179" actId="1076"/>
          <ac:spMkLst>
            <pc:docMk/>
            <pc:sldMk cId="2288053902" sldId="748"/>
            <ac:spMk id="8" creationId="{83AA9305-C95F-4FBF-8D03-387480A59AA5}"/>
          </ac:spMkLst>
        </pc:spChg>
        <pc:picChg chg="del">
          <ac:chgData name="Tran Nguyen Huong" userId="4d3bad5e-0c0b-434c-9a74-6840ca309766" providerId="ADAL" clId="{7E6AAC8B-4B8B-447A-8E5B-B0FB6428AE91}" dt="2022-03-23T11:53:27.499" v="2107" actId="478"/>
          <ac:picMkLst>
            <pc:docMk/>
            <pc:sldMk cId="2288053902" sldId="748"/>
            <ac:picMk id="5" creationId="{6D725BD1-2DB5-4BDA-B052-73A4419C41B5}"/>
          </ac:picMkLst>
        </pc:picChg>
        <pc:picChg chg="add mod">
          <ac:chgData name="Tran Nguyen Huong" userId="4d3bad5e-0c0b-434c-9a74-6840ca309766" providerId="ADAL" clId="{7E6AAC8B-4B8B-447A-8E5B-B0FB6428AE91}" dt="2022-03-23T11:53:32.895" v="2110" actId="1076"/>
          <ac:picMkLst>
            <pc:docMk/>
            <pc:sldMk cId="2288053902" sldId="748"/>
            <ac:picMk id="14338" creationId="{F577ACF0-1E36-464E-A62F-2D5443CC4838}"/>
          </ac:picMkLst>
        </pc:picChg>
      </pc:sldChg>
      <pc:sldChg chg="addSp delSp modSp add mod">
        <pc:chgData name="Tran Nguyen Huong" userId="4d3bad5e-0c0b-434c-9a74-6840ca309766" providerId="ADAL" clId="{7E6AAC8B-4B8B-447A-8E5B-B0FB6428AE91}" dt="2022-03-23T16:04:48.956" v="4179" actId="5793"/>
        <pc:sldMkLst>
          <pc:docMk/>
          <pc:sldMk cId="2965515073" sldId="749"/>
        </pc:sldMkLst>
        <pc:spChg chg="mod">
          <ac:chgData name="Tran Nguyen Huong" userId="4d3bad5e-0c0b-434c-9a74-6840ca309766" providerId="ADAL" clId="{7E6AAC8B-4B8B-447A-8E5B-B0FB6428AE91}" dt="2022-03-23T16:04:48.956" v="4179" actId="5793"/>
          <ac:spMkLst>
            <pc:docMk/>
            <pc:sldMk cId="2965515073" sldId="749"/>
            <ac:spMk id="2" creationId="{EEE1A22A-4EB6-45DA-9A3C-9F51CA84B14E}"/>
          </ac:spMkLst>
        </pc:spChg>
        <pc:spChg chg="mod">
          <ac:chgData name="Tran Nguyen Huong" userId="4d3bad5e-0c0b-434c-9a74-6840ca309766" providerId="ADAL" clId="{7E6AAC8B-4B8B-447A-8E5B-B0FB6428AE91}" dt="2022-03-23T11:58:18.490" v="2204" actId="20577"/>
          <ac:spMkLst>
            <pc:docMk/>
            <pc:sldMk cId="2965515073" sldId="749"/>
            <ac:spMk id="3" creationId="{F88F82AF-48A6-4ED1-B4E2-61A01325A8DD}"/>
          </ac:spMkLst>
        </pc:spChg>
        <pc:spChg chg="del">
          <ac:chgData name="Tran Nguyen Huong" userId="4d3bad5e-0c0b-434c-9a74-6840ca309766" providerId="ADAL" clId="{7E6AAC8B-4B8B-447A-8E5B-B0FB6428AE91}" dt="2022-03-23T11:56:40.638" v="2184" actId="478"/>
          <ac:spMkLst>
            <pc:docMk/>
            <pc:sldMk cId="2965515073" sldId="749"/>
            <ac:spMk id="8" creationId="{83AA9305-C95F-4FBF-8D03-387480A59AA5}"/>
          </ac:spMkLst>
        </pc:spChg>
        <pc:picChg chg="add mod">
          <ac:chgData name="Tran Nguyen Huong" userId="4d3bad5e-0c0b-434c-9a74-6840ca309766" providerId="ADAL" clId="{7E6AAC8B-4B8B-447A-8E5B-B0FB6428AE91}" dt="2022-03-23T11:56:41.948" v="2185" actId="1076"/>
          <ac:picMkLst>
            <pc:docMk/>
            <pc:sldMk cId="2965515073" sldId="749"/>
            <ac:picMk id="5" creationId="{607781C5-CBD0-4111-9C0E-0A5E5186EE64}"/>
          </ac:picMkLst>
        </pc:picChg>
        <pc:picChg chg="del">
          <ac:chgData name="Tran Nguyen Huong" userId="4d3bad5e-0c0b-434c-9a74-6840ca309766" providerId="ADAL" clId="{7E6AAC8B-4B8B-447A-8E5B-B0FB6428AE91}" dt="2022-03-23T11:56:35.714" v="2182" actId="478"/>
          <ac:picMkLst>
            <pc:docMk/>
            <pc:sldMk cId="2965515073" sldId="749"/>
            <ac:picMk id="14338" creationId="{F577ACF0-1E36-464E-A62F-2D5443CC4838}"/>
          </ac:picMkLst>
        </pc:picChg>
      </pc:sldChg>
      <pc:sldChg chg="addSp delSp modSp add mod">
        <pc:chgData name="Tran Nguyen Huong" userId="4d3bad5e-0c0b-434c-9a74-6840ca309766" providerId="ADAL" clId="{7E6AAC8B-4B8B-447A-8E5B-B0FB6428AE91}" dt="2022-03-23T16:05:07.999" v="4191" actId="123"/>
        <pc:sldMkLst>
          <pc:docMk/>
          <pc:sldMk cId="527604381" sldId="750"/>
        </pc:sldMkLst>
        <pc:spChg chg="mod">
          <ac:chgData name="Tran Nguyen Huong" userId="4d3bad5e-0c0b-434c-9a74-6840ca309766" providerId="ADAL" clId="{7E6AAC8B-4B8B-447A-8E5B-B0FB6428AE91}" dt="2022-03-23T16:05:03.366" v="4190" actId="20577"/>
          <ac:spMkLst>
            <pc:docMk/>
            <pc:sldMk cId="527604381" sldId="750"/>
            <ac:spMk id="2" creationId="{EEE1A22A-4EB6-45DA-9A3C-9F51CA84B14E}"/>
          </ac:spMkLst>
        </pc:spChg>
        <pc:spChg chg="mod">
          <ac:chgData name="Tran Nguyen Huong" userId="4d3bad5e-0c0b-434c-9a74-6840ca309766" providerId="ADAL" clId="{7E6AAC8B-4B8B-447A-8E5B-B0FB6428AE91}" dt="2022-03-23T16:05:07.999" v="4191" actId="123"/>
          <ac:spMkLst>
            <pc:docMk/>
            <pc:sldMk cId="527604381" sldId="750"/>
            <ac:spMk id="3" creationId="{F88F82AF-48A6-4ED1-B4E2-61A01325A8DD}"/>
          </ac:spMkLst>
        </pc:spChg>
        <pc:picChg chg="del">
          <ac:chgData name="Tran Nguyen Huong" userId="4d3bad5e-0c0b-434c-9a74-6840ca309766" providerId="ADAL" clId="{7E6AAC8B-4B8B-447A-8E5B-B0FB6428AE91}" dt="2022-03-23T11:58:58.050" v="2215" actId="478"/>
          <ac:picMkLst>
            <pc:docMk/>
            <pc:sldMk cId="527604381" sldId="750"/>
            <ac:picMk id="5" creationId="{607781C5-CBD0-4111-9C0E-0A5E5186EE64}"/>
          </ac:picMkLst>
        </pc:picChg>
        <pc:picChg chg="add mod">
          <ac:chgData name="Tran Nguyen Huong" userId="4d3bad5e-0c0b-434c-9a74-6840ca309766" providerId="ADAL" clId="{7E6AAC8B-4B8B-447A-8E5B-B0FB6428AE91}" dt="2022-03-23T11:59:48.394" v="2221" actId="14100"/>
          <ac:picMkLst>
            <pc:docMk/>
            <pc:sldMk cId="527604381" sldId="750"/>
            <ac:picMk id="15362" creationId="{145D4ABB-5A05-4088-867B-F11F4BE23235}"/>
          </ac:picMkLst>
        </pc:picChg>
      </pc:sldChg>
      <pc:sldChg chg="addSp delSp modSp add mod">
        <pc:chgData name="Tran Nguyen Huong" userId="4d3bad5e-0c0b-434c-9a74-6840ca309766" providerId="ADAL" clId="{7E6AAC8B-4B8B-447A-8E5B-B0FB6428AE91}" dt="2022-03-23T16:06:15.944" v="4245" actId="20577"/>
        <pc:sldMkLst>
          <pc:docMk/>
          <pc:sldMk cId="3980696716" sldId="751"/>
        </pc:sldMkLst>
        <pc:spChg chg="mod">
          <ac:chgData name="Tran Nguyen Huong" userId="4d3bad5e-0c0b-434c-9a74-6840ca309766" providerId="ADAL" clId="{7E6AAC8B-4B8B-447A-8E5B-B0FB6428AE91}" dt="2022-03-23T16:06:01.734" v="4239" actId="6549"/>
          <ac:spMkLst>
            <pc:docMk/>
            <pc:sldMk cId="3980696716" sldId="751"/>
            <ac:spMk id="2" creationId="{EEE1A22A-4EB6-45DA-9A3C-9F51CA84B14E}"/>
          </ac:spMkLst>
        </pc:spChg>
        <pc:spChg chg="mod">
          <ac:chgData name="Tran Nguyen Huong" userId="4d3bad5e-0c0b-434c-9a74-6840ca309766" providerId="ADAL" clId="{7E6AAC8B-4B8B-447A-8E5B-B0FB6428AE91}" dt="2022-03-23T16:06:15.944" v="4245" actId="20577"/>
          <ac:spMkLst>
            <pc:docMk/>
            <pc:sldMk cId="3980696716" sldId="751"/>
            <ac:spMk id="3" creationId="{F88F82AF-48A6-4ED1-B4E2-61A01325A8DD}"/>
          </ac:spMkLst>
        </pc:spChg>
        <pc:picChg chg="del">
          <ac:chgData name="Tran Nguyen Huong" userId="4d3bad5e-0c0b-434c-9a74-6840ca309766" providerId="ADAL" clId="{7E6AAC8B-4B8B-447A-8E5B-B0FB6428AE91}" dt="2022-03-23T12:00:59.685" v="2231" actId="478"/>
          <ac:picMkLst>
            <pc:docMk/>
            <pc:sldMk cId="3980696716" sldId="751"/>
            <ac:picMk id="15362" creationId="{145D4ABB-5A05-4088-867B-F11F4BE23235}"/>
          </ac:picMkLst>
        </pc:picChg>
        <pc:picChg chg="add mod">
          <ac:chgData name="Tran Nguyen Huong" userId="4d3bad5e-0c0b-434c-9a74-6840ca309766" providerId="ADAL" clId="{7E6AAC8B-4B8B-447A-8E5B-B0FB6428AE91}" dt="2022-03-23T16:05:56.325" v="4238" actId="1076"/>
          <ac:picMkLst>
            <pc:docMk/>
            <pc:sldMk cId="3980696716" sldId="751"/>
            <ac:picMk id="16386" creationId="{FAB606EE-E782-42FC-82A7-BFEDFDD62F56}"/>
          </ac:picMkLst>
        </pc:picChg>
      </pc:sldChg>
      <pc:sldChg chg="delSp modSp add mod">
        <pc:chgData name="Tran Nguyen Huong" userId="4d3bad5e-0c0b-434c-9a74-6840ca309766" providerId="ADAL" clId="{7E6AAC8B-4B8B-447A-8E5B-B0FB6428AE91}" dt="2022-03-23T16:07:05.320" v="4309" actId="20577"/>
        <pc:sldMkLst>
          <pc:docMk/>
          <pc:sldMk cId="1402570133" sldId="752"/>
        </pc:sldMkLst>
        <pc:spChg chg="mod">
          <ac:chgData name="Tran Nguyen Huong" userId="4d3bad5e-0c0b-434c-9a74-6840ca309766" providerId="ADAL" clId="{7E6AAC8B-4B8B-447A-8E5B-B0FB6428AE91}" dt="2022-03-23T16:06:36.192" v="4268" actId="27636"/>
          <ac:spMkLst>
            <pc:docMk/>
            <pc:sldMk cId="1402570133" sldId="752"/>
            <ac:spMk id="2" creationId="{EEE1A22A-4EB6-45DA-9A3C-9F51CA84B14E}"/>
          </ac:spMkLst>
        </pc:spChg>
        <pc:spChg chg="mod">
          <ac:chgData name="Tran Nguyen Huong" userId="4d3bad5e-0c0b-434c-9a74-6840ca309766" providerId="ADAL" clId="{7E6AAC8B-4B8B-447A-8E5B-B0FB6428AE91}" dt="2022-03-23T16:07:05.320" v="4309" actId="20577"/>
          <ac:spMkLst>
            <pc:docMk/>
            <pc:sldMk cId="1402570133" sldId="752"/>
            <ac:spMk id="3" creationId="{F88F82AF-48A6-4ED1-B4E2-61A01325A8DD}"/>
          </ac:spMkLst>
        </pc:spChg>
        <pc:picChg chg="del">
          <ac:chgData name="Tran Nguyen Huong" userId="4d3bad5e-0c0b-434c-9a74-6840ca309766" providerId="ADAL" clId="{7E6AAC8B-4B8B-447A-8E5B-B0FB6428AE91}" dt="2022-03-23T12:03:57.245" v="2236" actId="478"/>
          <ac:picMkLst>
            <pc:docMk/>
            <pc:sldMk cId="1402570133" sldId="752"/>
            <ac:picMk id="16386" creationId="{FAB606EE-E782-42FC-82A7-BFEDFDD62F56}"/>
          </ac:picMkLst>
        </pc:picChg>
      </pc:sldChg>
      <pc:sldChg chg="addSp modSp add mod">
        <pc:chgData name="Tran Nguyen Huong" userId="4d3bad5e-0c0b-434c-9a74-6840ca309766" providerId="ADAL" clId="{7E6AAC8B-4B8B-447A-8E5B-B0FB6428AE91}" dt="2022-03-23T16:07:13.717" v="4311" actId="27636"/>
        <pc:sldMkLst>
          <pc:docMk/>
          <pc:sldMk cId="3962544866" sldId="753"/>
        </pc:sldMkLst>
        <pc:spChg chg="mod">
          <ac:chgData name="Tran Nguyen Huong" userId="4d3bad5e-0c0b-434c-9a74-6840ca309766" providerId="ADAL" clId="{7E6AAC8B-4B8B-447A-8E5B-B0FB6428AE91}" dt="2022-03-23T16:07:13.717" v="4311" actId="27636"/>
          <ac:spMkLst>
            <pc:docMk/>
            <pc:sldMk cId="3962544866" sldId="753"/>
            <ac:spMk id="2" creationId="{EEE1A22A-4EB6-45DA-9A3C-9F51CA84B14E}"/>
          </ac:spMkLst>
        </pc:spChg>
        <pc:spChg chg="mod">
          <ac:chgData name="Tran Nguyen Huong" userId="4d3bad5e-0c0b-434c-9a74-6840ca309766" providerId="ADAL" clId="{7E6AAC8B-4B8B-447A-8E5B-B0FB6428AE91}" dt="2022-03-23T12:06:19.462" v="2279" actId="20577"/>
          <ac:spMkLst>
            <pc:docMk/>
            <pc:sldMk cId="3962544866" sldId="753"/>
            <ac:spMk id="3" creationId="{F88F82AF-48A6-4ED1-B4E2-61A01325A8DD}"/>
          </ac:spMkLst>
        </pc:spChg>
        <pc:picChg chg="add mod">
          <ac:chgData name="Tran Nguyen Huong" userId="4d3bad5e-0c0b-434c-9a74-6840ca309766" providerId="ADAL" clId="{7E6AAC8B-4B8B-447A-8E5B-B0FB6428AE91}" dt="2022-03-23T12:06:36.722" v="2281" actId="1076"/>
          <ac:picMkLst>
            <pc:docMk/>
            <pc:sldMk cId="3962544866" sldId="753"/>
            <ac:picMk id="17410" creationId="{E240A2DA-FA90-468E-B26F-CB90273CBF00}"/>
          </ac:picMkLst>
        </pc:picChg>
      </pc:sldChg>
      <pc:sldChg chg="addSp delSp modSp add mod">
        <pc:chgData name="Tran Nguyen Huong" userId="4d3bad5e-0c0b-434c-9a74-6840ca309766" providerId="ADAL" clId="{7E6AAC8B-4B8B-447A-8E5B-B0FB6428AE91}" dt="2022-03-23T16:07:17.788" v="4313" actId="27636"/>
        <pc:sldMkLst>
          <pc:docMk/>
          <pc:sldMk cId="2108608615" sldId="754"/>
        </pc:sldMkLst>
        <pc:spChg chg="mod">
          <ac:chgData name="Tran Nguyen Huong" userId="4d3bad5e-0c0b-434c-9a74-6840ca309766" providerId="ADAL" clId="{7E6AAC8B-4B8B-447A-8E5B-B0FB6428AE91}" dt="2022-03-23T16:07:17.788" v="4313" actId="27636"/>
          <ac:spMkLst>
            <pc:docMk/>
            <pc:sldMk cId="2108608615" sldId="754"/>
            <ac:spMk id="2" creationId="{EEE1A22A-4EB6-45DA-9A3C-9F51CA84B14E}"/>
          </ac:spMkLst>
        </pc:spChg>
        <pc:spChg chg="mod">
          <ac:chgData name="Tran Nguyen Huong" userId="4d3bad5e-0c0b-434c-9a74-6840ca309766" providerId="ADAL" clId="{7E6AAC8B-4B8B-447A-8E5B-B0FB6428AE91}" dt="2022-03-23T12:07:03.538" v="2288" actId="403"/>
          <ac:spMkLst>
            <pc:docMk/>
            <pc:sldMk cId="2108608615" sldId="754"/>
            <ac:spMk id="3" creationId="{F88F82AF-48A6-4ED1-B4E2-61A01325A8DD}"/>
          </ac:spMkLst>
        </pc:spChg>
        <pc:spChg chg="add del mod">
          <ac:chgData name="Tran Nguyen Huong" userId="4d3bad5e-0c0b-434c-9a74-6840ca309766" providerId="ADAL" clId="{7E6AAC8B-4B8B-447A-8E5B-B0FB6428AE91}" dt="2022-03-23T12:10:01.059" v="2323" actId="478"/>
          <ac:spMkLst>
            <pc:docMk/>
            <pc:sldMk cId="2108608615" sldId="754"/>
            <ac:spMk id="5" creationId="{F5D7CC60-4763-4BDB-86F4-7983457DF488}"/>
          </ac:spMkLst>
        </pc:spChg>
        <pc:spChg chg="add del mod">
          <ac:chgData name="Tran Nguyen Huong" userId="4d3bad5e-0c0b-434c-9a74-6840ca309766" providerId="ADAL" clId="{7E6AAC8B-4B8B-447A-8E5B-B0FB6428AE91}" dt="2022-03-23T12:10:02.616" v="2324" actId="478"/>
          <ac:spMkLst>
            <pc:docMk/>
            <pc:sldMk cId="2108608615" sldId="754"/>
            <ac:spMk id="10" creationId="{D05E6F8E-75F6-4B96-A547-1080CE1D3D83}"/>
          </ac:spMkLst>
        </pc:spChg>
        <pc:spChg chg="add del mod">
          <ac:chgData name="Tran Nguyen Huong" userId="4d3bad5e-0c0b-434c-9a74-6840ca309766" providerId="ADAL" clId="{7E6AAC8B-4B8B-447A-8E5B-B0FB6428AE91}" dt="2022-03-23T12:10:03.996" v="2325" actId="478"/>
          <ac:spMkLst>
            <pc:docMk/>
            <pc:sldMk cId="2108608615" sldId="754"/>
            <ac:spMk id="12" creationId="{2AAAC33A-8D5E-4106-8382-7EC5F4179689}"/>
          </ac:spMkLst>
        </pc:spChg>
        <pc:picChg chg="del">
          <ac:chgData name="Tran Nguyen Huong" userId="4d3bad5e-0c0b-434c-9a74-6840ca309766" providerId="ADAL" clId="{7E6AAC8B-4B8B-447A-8E5B-B0FB6428AE91}" dt="2022-03-23T12:07:11.015" v="2289" actId="478"/>
          <ac:picMkLst>
            <pc:docMk/>
            <pc:sldMk cId="2108608615" sldId="754"/>
            <ac:picMk id="17410" creationId="{E240A2DA-FA90-468E-B26F-CB90273CBF00}"/>
          </ac:picMkLst>
        </pc:picChg>
        <pc:picChg chg="add mod">
          <ac:chgData name="Tran Nguyen Huong" userId="4d3bad5e-0c0b-434c-9a74-6840ca309766" providerId="ADAL" clId="{7E6AAC8B-4B8B-447A-8E5B-B0FB6428AE91}" dt="2022-03-23T12:08:27.066" v="2301" actId="1076"/>
          <ac:picMkLst>
            <pc:docMk/>
            <pc:sldMk cId="2108608615" sldId="754"/>
            <ac:picMk id="18434" creationId="{0A0D52E1-7A96-449E-9133-BF67BF936B44}"/>
          </ac:picMkLst>
        </pc:picChg>
        <pc:picChg chg="add mod">
          <ac:chgData name="Tran Nguyen Huong" userId="4d3bad5e-0c0b-434c-9a74-6840ca309766" providerId="ADAL" clId="{7E6AAC8B-4B8B-447A-8E5B-B0FB6428AE91}" dt="2022-03-23T12:08:28.665" v="2302" actId="1076"/>
          <ac:picMkLst>
            <pc:docMk/>
            <pc:sldMk cId="2108608615" sldId="754"/>
            <ac:picMk id="18436" creationId="{456B672C-2571-490A-A4C8-792C554D57F8}"/>
          </ac:picMkLst>
        </pc:picChg>
      </pc:sldChg>
      <pc:sldChg chg="addSp delSp modSp add mod">
        <pc:chgData name="Tran Nguyen Huong" userId="4d3bad5e-0c0b-434c-9a74-6840ca309766" providerId="ADAL" clId="{7E6AAC8B-4B8B-447A-8E5B-B0FB6428AE91}" dt="2022-03-23T16:07:48.038" v="4321" actId="14100"/>
        <pc:sldMkLst>
          <pc:docMk/>
          <pc:sldMk cId="1349186905" sldId="755"/>
        </pc:sldMkLst>
        <pc:spChg chg="mod">
          <ac:chgData name="Tran Nguyen Huong" userId="4d3bad5e-0c0b-434c-9a74-6840ca309766" providerId="ADAL" clId="{7E6AAC8B-4B8B-447A-8E5B-B0FB6428AE91}" dt="2022-03-23T16:07:21.908" v="4315" actId="27636"/>
          <ac:spMkLst>
            <pc:docMk/>
            <pc:sldMk cId="1349186905" sldId="755"/>
            <ac:spMk id="2" creationId="{EEE1A22A-4EB6-45DA-9A3C-9F51CA84B14E}"/>
          </ac:spMkLst>
        </pc:spChg>
        <pc:spChg chg="mod">
          <ac:chgData name="Tran Nguyen Huong" userId="4d3bad5e-0c0b-434c-9a74-6840ca309766" providerId="ADAL" clId="{7E6AAC8B-4B8B-447A-8E5B-B0FB6428AE91}" dt="2022-03-23T12:10:09.062" v="2328" actId="6549"/>
          <ac:spMkLst>
            <pc:docMk/>
            <pc:sldMk cId="1349186905" sldId="755"/>
            <ac:spMk id="3" creationId="{F88F82AF-48A6-4ED1-B4E2-61A01325A8DD}"/>
          </ac:spMkLst>
        </pc:spChg>
        <pc:spChg chg="mod">
          <ac:chgData name="Tran Nguyen Huong" userId="4d3bad5e-0c0b-434c-9a74-6840ca309766" providerId="ADAL" clId="{7E6AAC8B-4B8B-447A-8E5B-B0FB6428AE91}" dt="2022-03-23T16:07:48.038" v="4321" actId="14100"/>
          <ac:spMkLst>
            <pc:docMk/>
            <pc:sldMk cId="1349186905" sldId="755"/>
            <ac:spMk id="5" creationId="{F5D7CC60-4763-4BDB-86F4-7983457DF488}"/>
          </ac:spMkLst>
        </pc:spChg>
        <pc:spChg chg="mod">
          <ac:chgData name="Tran Nguyen Huong" userId="4d3bad5e-0c0b-434c-9a74-6840ca309766" providerId="ADAL" clId="{7E6AAC8B-4B8B-447A-8E5B-B0FB6428AE91}" dt="2022-03-23T12:10:15.354" v="2330" actId="1076"/>
          <ac:spMkLst>
            <pc:docMk/>
            <pc:sldMk cId="1349186905" sldId="755"/>
            <ac:spMk id="10" creationId="{D05E6F8E-75F6-4B96-A547-1080CE1D3D83}"/>
          </ac:spMkLst>
        </pc:spChg>
        <pc:spChg chg="add mod">
          <ac:chgData name="Tran Nguyen Huong" userId="4d3bad5e-0c0b-434c-9a74-6840ca309766" providerId="ADAL" clId="{7E6AAC8B-4B8B-447A-8E5B-B0FB6428AE91}" dt="2022-03-23T16:07:45.254" v="4320" actId="14100"/>
          <ac:spMkLst>
            <pc:docMk/>
            <pc:sldMk cId="1349186905" sldId="755"/>
            <ac:spMk id="11" creationId="{EA599C21-B405-461F-A49B-522AA67562F6}"/>
          </ac:spMkLst>
        </pc:spChg>
        <pc:spChg chg="mod">
          <ac:chgData name="Tran Nguyen Huong" userId="4d3bad5e-0c0b-434c-9a74-6840ca309766" providerId="ADAL" clId="{7E6AAC8B-4B8B-447A-8E5B-B0FB6428AE91}" dt="2022-03-23T12:10:17.610" v="2331" actId="1076"/>
          <ac:spMkLst>
            <pc:docMk/>
            <pc:sldMk cId="1349186905" sldId="755"/>
            <ac:spMk id="12" creationId="{2AAAC33A-8D5E-4106-8382-7EC5F4179689}"/>
          </ac:spMkLst>
        </pc:spChg>
        <pc:picChg chg="del">
          <ac:chgData name="Tran Nguyen Huong" userId="4d3bad5e-0c0b-434c-9a74-6840ca309766" providerId="ADAL" clId="{7E6AAC8B-4B8B-447A-8E5B-B0FB6428AE91}" dt="2022-03-23T12:10:06.599" v="2327" actId="478"/>
          <ac:picMkLst>
            <pc:docMk/>
            <pc:sldMk cId="1349186905" sldId="755"/>
            <ac:picMk id="18434" creationId="{0A0D52E1-7A96-449E-9133-BF67BF936B44}"/>
          </ac:picMkLst>
        </pc:picChg>
        <pc:picChg chg="del">
          <ac:chgData name="Tran Nguyen Huong" userId="4d3bad5e-0c0b-434c-9a74-6840ca309766" providerId="ADAL" clId="{7E6AAC8B-4B8B-447A-8E5B-B0FB6428AE91}" dt="2022-03-23T12:10:05.994" v="2326" actId="478"/>
          <ac:picMkLst>
            <pc:docMk/>
            <pc:sldMk cId="1349186905" sldId="755"/>
            <ac:picMk id="18436" creationId="{456B672C-2571-490A-A4C8-792C554D57F8}"/>
          </ac:picMkLst>
        </pc:picChg>
      </pc:sldChg>
      <pc:sldChg chg="addSp delSp modSp add mod">
        <pc:chgData name="Tran Nguyen Huong" userId="4d3bad5e-0c0b-434c-9a74-6840ca309766" providerId="ADAL" clId="{7E6AAC8B-4B8B-447A-8E5B-B0FB6428AE91}" dt="2022-03-23T16:07:55.182" v="4323" actId="27636"/>
        <pc:sldMkLst>
          <pc:docMk/>
          <pc:sldMk cId="121977067" sldId="756"/>
        </pc:sldMkLst>
        <pc:spChg chg="mod">
          <ac:chgData name="Tran Nguyen Huong" userId="4d3bad5e-0c0b-434c-9a74-6840ca309766" providerId="ADAL" clId="{7E6AAC8B-4B8B-447A-8E5B-B0FB6428AE91}" dt="2022-03-23T16:07:55.182" v="4323" actId="27636"/>
          <ac:spMkLst>
            <pc:docMk/>
            <pc:sldMk cId="121977067" sldId="756"/>
            <ac:spMk id="2" creationId="{EEE1A22A-4EB6-45DA-9A3C-9F51CA84B14E}"/>
          </ac:spMkLst>
        </pc:spChg>
        <pc:spChg chg="mod">
          <ac:chgData name="Tran Nguyen Huong" userId="4d3bad5e-0c0b-434c-9a74-6840ca309766" providerId="ADAL" clId="{7E6AAC8B-4B8B-447A-8E5B-B0FB6428AE91}" dt="2022-03-23T12:11:27.408" v="2342" actId="403"/>
          <ac:spMkLst>
            <pc:docMk/>
            <pc:sldMk cId="121977067" sldId="756"/>
            <ac:spMk id="3" creationId="{F88F82AF-48A6-4ED1-B4E2-61A01325A8DD}"/>
          </ac:spMkLst>
        </pc:spChg>
        <pc:spChg chg="del">
          <ac:chgData name="Tran Nguyen Huong" userId="4d3bad5e-0c0b-434c-9a74-6840ca309766" providerId="ADAL" clId="{7E6AAC8B-4B8B-447A-8E5B-B0FB6428AE91}" dt="2022-03-23T12:11:42.046" v="2344" actId="478"/>
          <ac:spMkLst>
            <pc:docMk/>
            <pc:sldMk cId="121977067" sldId="756"/>
            <ac:spMk id="5" creationId="{F5D7CC60-4763-4BDB-86F4-7983457DF488}"/>
          </ac:spMkLst>
        </pc:spChg>
        <pc:spChg chg="mod">
          <ac:chgData name="Tran Nguyen Huong" userId="4d3bad5e-0c0b-434c-9a74-6840ca309766" providerId="ADAL" clId="{7E6AAC8B-4B8B-447A-8E5B-B0FB6428AE91}" dt="2022-03-23T12:11:48.860" v="2346" actId="20577"/>
          <ac:spMkLst>
            <pc:docMk/>
            <pc:sldMk cId="121977067" sldId="756"/>
            <ac:spMk id="10" creationId="{D05E6F8E-75F6-4B96-A547-1080CE1D3D83}"/>
          </ac:spMkLst>
        </pc:spChg>
        <pc:spChg chg="del mod">
          <ac:chgData name="Tran Nguyen Huong" userId="4d3bad5e-0c0b-434c-9a74-6840ca309766" providerId="ADAL" clId="{7E6AAC8B-4B8B-447A-8E5B-B0FB6428AE91}" dt="2022-03-23T12:13:05.645" v="2359" actId="478"/>
          <ac:spMkLst>
            <pc:docMk/>
            <pc:sldMk cId="121977067" sldId="756"/>
            <ac:spMk id="11" creationId="{EA599C21-B405-461F-A49B-522AA67562F6}"/>
          </ac:spMkLst>
        </pc:spChg>
        <pc:spChg chg="mod">
          <ac:chgData name="Tran Nguyen Huong" userId="4d3bad5e-0c0b-434c-9a74-6840ca309766" providerId="ADAL" clId="{7E6AAC8B-4B8B-447A-8E5B-B0FB6428AE91}" dt="2022-03-23T12:12:43.596" v="2356" actId="20577"/>
          <ac:spMkLst>
            <pc:docMk/>
            <pc:sldMk cId="121977067" sldId="756"/>
            <ac:spMk id="12" creationId="{2AAAC33A-8D5E-4106-8382-7EC5F4179689}"/>
          </ac:spMkLst>
        </pc:spChg>
        <pc:spChg chg="add mod">
          <ac:chgData name="Tran Nguyen Huong" userId="4d3bad5e-0c0b-434c-9a74-6840ca309766" providerId="ADAL" clId="{7E6AAC8B-4B8B-447A-8E5B-B0FB6428AE91}" dt="2022-03-23T12:12:10.826" v="2350" actId="14100"/>
          <ac:spMkLst>
            <pc:docMk/>
            <pc:sldMk cId="121977067" sldId="756"/>
            <ac:spMk id="13" creationId="{5CBADB5B-4B0F-460F-AC6D-93324E6A452D}"/>
          </ac:spMkLst>
        </pc:spChg>
        <pc:spChg chg="add mod">
          <ac:chgData name="Tran Nguyen Huong" userId="4d3bad5e-0c0b-434c-9a74-6840ca309766" providerId="ADAL" clId="{7E6AAC8B-4B8B-447A-8E5B-B0FB6428AE91}" dt="2022-03-23T12:13:31.010" v="2371" actId="14100"/>
          <ac:spMkLst>
            <pc:docMk/>
            <pc:sldMk cId="121977067" sldId="756"/>
            <ac:spMk id="14" creationId="{954F6CCA-BDD4-4426-A5CE-8A118646C144}"/>
          </ac:spMkLst>
        </pc:spChg>
      </pc:sldChg>
      <pc:sldChg chg="addSp modSp add mod">
        <pc:chgData name="Tran Nguyen Huong" userId="4d3bad5e-0c0b-434c-9a74-6840ca309766" providerId="ADAL" clId="{7E6AAC8B-4B8B-447A-8E5B-B0FB6428AE91}" dt="2022-03-23T16:08:02.135" v="4325" actId="27636"/>
        <pc:sldMkLst>
          <pc:docMk/>
          <pc:sldMk cId="3655177310" sldId="757"/>
        </pc:sldMkLst>
        <pc:spChg chg="mod">
          <ac:chgData name="Tran Nguyen Huong" userId="4d3bad5e-0c0b-434c-9a74-6840ca309766" providerId="ADAL" clId="{7E6AAC8B-4B8B-447A-8E5B-B0FB6428AE91}" dt="2022-03-23T16:08:02.135" v="4325" actId="27636"/>
          <ac:spMkLst>
            <pc:docMk/>
            <pc:sldMk cId="3655177310" sldId="757"/>
            <ac:spMk id="2" creationId="{EEE1A22A-4EB6-45DA-9A3C-9F51CA84B14E}"/>
          </ac:spMkLst>
        </pc:spChg>
        <pc:spChg chg="mod">
          <ac:chgData name="Tran Nguyen Huong" userId="4d3bad5e-0c0b-434c-9a74-6840ca309766" providerId="ADAL" clId="{7E6AAC8B-4B8B-447A-8E5B-B0FB6428AE91}" dt="2022-03-23T12:14:24.578" v="2380" actId="1076"/>
          <ac:spMkLst>
            <pc:docMk/>
            <pc:sldMk cId="3655177310" sldId="757"/>
            <ac:spMk id="10" creationId="{D05E6F8E-75F6-4B96-A547-1080CE1D3D83}"/>
          </ac:spMkLst>
        </pc:spChg>
        <pc:spChg chg="add mod">
          <ac:chgData name="Tran Nguyen Huong" userId="4d3bad5e-0c0b-434c-9a74-6840ca309766" providerId="ADAL" clId="{7E6AAC8B-4B8B-447A-8E5B-B0FB6428AE91}" dt="2022-03-23T12:14:42.546" v="2386" actId="1076"/>
          <ac:spMkLst>
            <pc:docMk/>
            <pc:sldMk cId="3655177310" sldId="757"/>
            <ac:spMk id="11" creationId="{6931F771-80B7-4AAD-9451-CB43D3F14262}"/>
          </ac:spMkLst>
        </pc:spChg>
        <pc:spChg chg="mod">
          <ac:chgData name="Tran Nguyen Huong" userId="4d3bad5e-0c0b-434c-9a74-6840ca309766" providerId="ADAL" clId="{7E6AAC8B-4B8B-447A-8E5B-B0FB6428AE91}" dt="2022-03-23T12:14:28.695" v="2382" actId="1076"/>
          <ac:spMkLst>
            <pc:docMk/>
            <pc:sldMk cId="3655177310" sldId="757"/>
            <ac:spMk id="12" creationId="{2AAAC33A-8D5E-4106-8382-7EC5F4179689}"/>
          </ac:spMkLst>
        </pc:spChg>
        <pc:spChg chg="mod">
          <ac:chgData name="Tran Nguyen Huong" userId="4d3bad5e-0c0b-434c-9a74-6840ca309766" providerId="ADAL" clId="{7E6AAC8B-4B8B-447A-8E5B-B0FB6428AE91}" dt="2022-03-23T12:14:26.587" v="2381" actId="1076"/>
          <ac:spMkLst>
            <pc:docMk/>
            <pc:sldMk cId="3655177310" sldId="757"/>
            <ac:spMk id="13" creationId="{5CBADB5B-4B0F-460F-AC6D-93324E6A452D}"/>
          </ac:spMkLst>
        </pc:spChg>
        <pc:spChg chg="mod">
          <ac:chgData name="Tran Nguyen Huong" userId="4d3bad5e-0c0b-434c-9a74-6840ca309766" providerId="ADAL" clId="{7E6AAC8B-4B8B-447A-8E5B-B0FB6428AE91}" dt="2022-03-23T12:14:30.305" v="2383" actId="1076"/>
          <ac:spMkLst>
            <pc:docMk/>
            <pc:sldMk cId="3655177310" sldId="757"/>
            <ac:spMk id="14" creationId="{954F6CCA-BDD4-4426-A5CE-8A118646C144}"/>
          </ac:spMkLst>
        </pc:spChg>
        <pc:spChg chg="add mod">
          <ac:chgData name="Tran Nguyen Huong" userId="4d3bad5e-0c0b-434c-9a74-6840ca309766" providerId="ADAL" clId="{7E6AAC8B-4B8B-447A-8E5B-B0FB6428AE91}" dt="2022-03-23T12:14:36.418" v="2385" actId="1076"/>
          <ac:spMkLst>
            <pc:docMk/>
            <pc:sldMk cId="3655177310" sldId="757"/>
            <ac:spMk id="15" creationId="{9F1E5D50-BDB8-4360-B39A-7F0252577A68}"/>
          </ac:spMkLst>
        </pc:spChg>
      </pc:sldChg>
      <pc:sldChg chg="addSp delSp modSp add mod">
        <pc:chgData name="Tran Nguyen Huong" userId="4d3bad5e-0c0b-434c-9a74-6840ca309766" providerId="ADAL" clId="{7E6AAC8B-4B8B-447A-8E5B-B0FB6428AE91}" dt="2022-03-23T16:08:08.037" v="4327" actId="27636"/>
        <pc:sldMkLst>
          <pc:docMk/>
          <pc:sldMk cId="55467250" sldId="758"/>
        </pc:sldMkLst>
        <pc:spChg chg="mod">
          <ac:chgData name="Tran Nguyen Huong" userId="4d3bad5e-0c0b-434c-9a74-6840ca309766" providerId="ADAL" clId="{7E6AAC8B-4B8B-447A-8E5B-B0FB6428AE91}" dt="2022-03-23T16:08:08.037" v="4327" actId="27636"/>
          <ac:spMkLst>
            <pc:docMk/>
            <pc:sldMk cId="55467250" sldId="758"/>
            <ac:spMk id="2" creationId="{EEE1A22A-4EB6-45DA-9A3C-9F51CA84B14E}"/>
          </ac:spMkLst>
        </pc:spChg>
        <pc:spChg chg="mod">
          <ac:chgData name="Tran Nguyen Huong" userId="4d3bad5e-0c0b-434c-9a74-6840ca309766" providerId="ADAL" clId="{7E6AAC8B-4B8B-447A-8E5B-B0FB6428AE91}" dt="2022-03-23T12:15:07.506" v="2392" actId="403"/>
          <ac:spMkLst>
            <pc:docMk/>
            <pc:sldMk cId="55467250" sldId="758"/>
            <ac:spMk id="3" creationId="{F88F82AF-48A6-4ED1-B4E2-61A01325A8DD}"/>
          </ac:spMkLst>
        </pc:spChg>
        <pc:spChg chg="mod">
          <ac:chgData name="Tran Nguyen Huong" userId="4d3bad5e-0c0b-434c-9a74-6840ca309766" providerId="ADAL" clId="{7E6AAC8B-4B8B-447A-8E5B-B0FB6428AE91}" dt="2022-03-23T12:16:36.594" v="2414" actId="1076"/>
          <ac:spMkLst>
            <pc:docMk/>
            <pc:sldMk cId="55467250" sldId="758"/>
            <ac:spMk id="10" creationId="{D05E6F8E-75F6-4B96-A547-1080CE1D3D83}"/>
          </ac:spMkLst>
        </pc:spChg>
        <pc:spChg chg="del">
          <ac:chgData name="Tran Nguyen Huong" userId="4d3bad5e-0c0b-434c-9a74-6840ca309766" providerId="ADAL" clId="{7E6AAC8B-4B8B-447A-8E5B-B0FB6428AE91}" dt="2022-03-23T12:16:48.811" v="2418" actId="478"/>
          <ac:spMkLst>
            <pc:docMk/>
            <pc:sldMk cId="55467250" sldId="758"/>
            <ac:spMk id="11" creationId="{6931F771-80B7-4AAD-9451-CB43D3F14262}"/>
          </ac:spMkLst>
        </pc:spChg>
        <pc:spChg chg="del">
          <ac:chgData name="Tran Nguyen Huong" userId="4d3bad5e-0c0b-434c-9a74-6840ca309766" providerId="ADAL" clId="{7E6AAC8B-4B8B-447A-8E5B-B0FB6428AE91}" dt="2022-03-23T12:15:30.111" v="2396" actId="478"/>
          <ac:spMkLst>
            <pc:docMk/>
            <pc:sldMk cId="55467250" sldId="758"/>
            <ac:spMk id="12" creationId="{2AAAC33A-8D5E-4106-8382-7EC5F4179689}"/>
          </ac:spMkLst>
        </pc:spChg>
        <pc:spChg chg="del mod">
          <ac:chgData name="Tran Nguyen Huong" userId="4d3bad5e-0c0b-434c-9a74-6840ca309766" providerId="ADAL" clId="{7E6AAC8B-4B8B-447A-8E5B-B0FB6428AE91}" dt="2022-03-23T12:16:47.405" v="2417" actId="478"/>
          <ac:spMkLst>
            <pc:docMk/>
            <pc:sldMk cId="55467250" sldId="758"/>
            <ac:spMk id="13" creationId="{5CBADB5B-4B0F-460F-AC6D-93324E6A452D}"/>
          </ac:spMkLst>
        </pc:spChg>
        <pc:spChg chg="del">
          <ac:chgData name="Tran Nguyen Huong" userId="4d3bad5e-0c0b-434c-9a74-6840ca309766" providerId="ADAL" clId="{7E6AAC8B-4B8B-447A-8E5B-B0FB6428AE91}" dt="2022-03-23T12:16:11.947" v="2409" actId="478"/>
          <ac:spMkLst>
            <pc:docMk/>
            <pc:sldMk cId="55467250" sldId="758"/>
            <ac:spMk id="14" creationId="{954F6CCA-BDD4-4426-A5CE-8A118646C144}"/>
          </ac:spMkLst>
        </pc:spChg>
        <pc:spChg chg="mod">
          <ac:chgData name="Tran Nguyen Huong" userId="4d3bad5e-0c0b-434c-9a74-6840ca309766" providerId="ADAL" clId="{7E6AAC8B-4B8B-447A-8E5B-B0FB6428AE91}" dt="2022-03-23T12:17:07.035" v="2422" actId="14100"/>
          <ac:spMkLst>
            <pc:docMk/>
            <pc:sldMk cId="55467250" sldId="758"/>
            <ac:spMk id="15" creationId="{9F1E5D50-BDB8-4360-B39A-7F0252577A68}"/>
          </ac:spMkLst>
        </pc:spChg>
        <pc:spChg chg="add mod">
          <ac:chgData name="Tran Nguyen Huong" userId="4d3bad5e-0c0b-434c-9a74-6840ca309766" providerId="ADAL" clId="{7E6AAC8B-4B8B-447A-8E5B-B0FB6428AE91}" dt="2022-03-23T12:15:25.730" v="2395" actId="14100"/>
          <ac:spMkLst>
            <pc:docMk/>
            <pc:sldMk cId="55467250" sldId="758"/>
            <ac:spMk id="16" creationId="{503D5344-80D0-498A-AEDC-E2A023B647B9}"/>
          </ac:spMkLst>
        </pc:spChg>
        <pc:spChg chg="add mod">
          <ac:chgData name="Tran Nguyen Huong" userId="4d3bad5e-0c0b-434c-9a74-6840ca309766" providerId="ADAL" clId="{7E6AAC8B-4B8B-447A-8E5B-B0FB6428AE91}" dt="2022-03-23T12:17:29.530" v="2429" actId="1076"/>
          <ac:spMkLst>
            <pc:docMk/>
            <pc:sldMk cId="55467250" sldId="758"/>
            <ac:spMk id="17" creationId="{01AE49FA-A32B-424A-99E5-0CEAB421DBB4}"/>
          </ac:spMkLst>
        </pc:spChg>
        <pc:spChg chg="add mod">
          <ac:chgData name="Tran Nguyen Huong" userId="4d3bad5e-0c0b-434c-9a74-6840ca309766" providerId="ADAL" clId="{7E6AAC8B-4B8B-447A-8E5B-B0FB6428AE91}" dt="2022-03-23T12:17:26.284" v="2428" actId="207"/>
          <ac:spMkLst>
            <pc:docMk/>
            <pc:sldMk cId="55467250" sldId="758"/>
            <ac:spMk id="18" creationId="{04524A94-5BB1-4E38-ACD6-9E7A87CFD7CA}"/>
          </ac:spMkLst>
        </pc:spChg>
      </pc:sldChg>
      <pc:sldChg chg="delSp modSp add mod">
        <pc:chgData name="Tran Nguyen Huong" userId="4d3bad5e-0c0b-434c-9a74-6840ca309766" providerId="ADAL" clId="{7E6AAC8B-4B8B-447A-8E5B-B0FB6428AE91}" dt="2022-03-23T16:38:59.543" v="4919" actId="403"/>
        <pc:sldMkLst>
          <pc:docMk/>
          <pc:sldMk cId="1848517811" sldId="759"/>
        </pc:sldMkLst>
        <pc:spChg chg="mod">
          <ac:chgData name="Tran Nguyen Huong" userId="4d3bad5e-0c0b-434c-9a74-6840ca309766" providerId="ADAL" clId="{7E6AAC8B-4B8B-447A-8E5B-B0FB6428AE91}" dt="2022-03-23T16:08:14.943" v="4329" actId="27636"/>
          <ac:spMkLst>
            <pc:docMk/>
            <pc:sldMk cId="1848517811" sldId="759"/>
            <ac:spMk id="2" creationId="{EEE1A22A-4EB6-45DA-9A3C-9F51CA84B14E}"/>
          </ac:spMkLst>
        </pc:spChg>
        <pc:spChg chg="mod">
          <ac:chgData name="Tran Nguyen Huong" userId="4d3bad5e-0c0b-434c-9a74-6840ca309766" providerId="ADAL" clId="{7E6AAC8B-4B8B-447A-8E5B-B0FB6428AE91}" dt="2022-03-23T16:38:59.543" v="4919" actId="403"/>
          <ac:spMkLst>
            <pc:docMk/>
            <pc:sldMk cId="1848517811" sldId="759"/>
            <ac:spMk id="3" creationId="{F88F82AF-48A6-4ED1-B4E2-61A01325A8DD}"/>
          </ac:spMkLst>
        </pc:spChg>
        <pc:spChg chg="mod">
          <ac:chgData name="Tran Nguyen Huong" userId="4d3bad5e-0c0b-434c-9a74-6840ca309766" providerId="ADAL" clId="{7E6AAC8B-4B8B-447A-8E5B-B0FB6428AE91}" dt="2022-03-23T12:18:51.659" v="2468" actId="15"/>
          <ac:spMkLst>
            <pc:docMk/>
            <pc:sldMk cId="1848517811" sldId="759"/>
            <ac:spMk id="10" creationId="{D05E6F8E-75F6-4B96-A547-1080CE1D3D83}"/>
          </ac:spMkLst>
        </pc:spChg>
        <pc:spChg chg="del">
          <ac:chgData name="Tran Nguyen Huong" userId="4d3bad5e-0c0b-434c-9a74-6840ca309766" providerId="ADAL" clId="{7E6AAC8B-4B8B-447A-8E5B-B0FB6428AE91}" dt="2022-03-23T12:19:01.785" v="2469" actId="478"/>
          <ac:spMkLst>
            <pc:docMk/>
            <pc:sldMk cId="1848517811" sldId="759"/>
            <ac:spMk id="15" creationId="{9F1E5D50-BDB8-4360-B39A-7F0252577A68}"/>
          </ac:spMkLst>
        </pc:spChg>
        <pc:spChg chg="del">
          <ac:chgData name="Tran Nguyen Huong" userId="4d3bad5e-0c0b-434c-9a74-6840ca309766" providerId="ADAL" clId="{7E6AAC8B-4B8B-447A-8E5B-B0FB6428AE91}" dt="2022-03-23T12:19:02.670" v="2470" actId="478"/>
          <ac:spMkLst>
            <pc:docMk/>
            <pc:sldMk cId="1848517811" sldId="759"/>
            <ac:spMk id="17" creationId="{01AE49FA-A32B-424A-99E5-0CEAB421DBB4}"/>
          </ac:spMkLst>
        </pc:spChg>
        <pc:spChg chg="del">
          <ac:chgData name="Tran Nguyen Huong" userId="4d3bad5e-0c0b-434c-9a74-6840ca309766" providerId="ADAL" clId="{7E6AAC8B-4B8B-447A-8E5B-B0FB6428AE91}" dt="2022-03-23T12:19:03.870" v="2471" actId="478"/>
          <ac:spMkLst>
            <pc:docMk/>
            <pc:sldMk cId="1848517811" sldId="759"/>
            <ac:spMk id="18" creationId="{04524A94-5BB1-4E38-ACD6-9E7A87CFD7CA}"/>
          </ac:spMkLst>
        </pc:spChg>
      </pc:sldChg>
      <pc:sldChg chg="modSp add mod">
        <pc:chgData name="Tran Nguyen Huong" userId="4d3bad5e-0c0b-434c-9a74-6840ca309766" providerId="ADAL" clId="{7E6AAC8B-4B8B-447A-8E5B-B0FB6428AE91}" dt="2022-03-23T16:09:44.491" v="4427" actId="20577"/>
        <pc:sldMkLst>
          <pc:docMk/>
          <pc:sldMk cId="915248464" sldId="760"/>
        </pc:sldMkLst>
        <pc:spChg chg="mod">
          <ac:chgData name="Tran Nguyen Huong" userId="4d3bad5e-0c0b-434c-9a74-6840ca309766" providerId="ADAL" clId="{7E6AAC8B-4B8B-447A-8E5B-B0FB6428AE91}" dt="2022-03-23T16:08:19.270" v="4331" actId="27636"/>
          <ac:spMkLst>
            <pc:docMk/>
            <pc:sldMk cId="915248464" sldId="760"/>
            <ac:spMk id="2" creationId="{EEE1A22A-4EB6-45DA-9A3C-9F51CA84B14E}"/>
          </ac:spMkLst>
        </pc:spChg>
        <pc:spChg chg="mod">
          <ac:chgData name="Tran Nguyen Huong" userId="4d3bad5e-0c0b-434c-9a74-6840ca309766" providerId="ADAL" clId="{7E6AAC8B-4B8B-447A-8E5B-B0FB6428AE91}" dt="2022-03-23T16:08:28.124" v="4337" actId="404"/>
          <ac:spMkLst>
            <pc:docMk/>
            <pc:sldMk cId="915248464" sldId="760"/>
            <ac:spMk id="3" creationId="{F88F82AF-48A6-4ED1-B4E2-61A01325A8DD}"/>
          </ac:spMkLst>
        </pc:spChg>
        <pc:spChg chg="mod">
          <ac:chgData name="Tran Nguyen Huong" userId="4d3bad5e-0c0b-434c-9a74-6840ca309766" providerId="ADAL" clId="{7E6AAC8B-4B8B-447A-8E5B-B0FB6428AE91}" dt="2022-03-23T12:20:23.957" v="2486" actId="20577"/>
          <ac:spMkLst>
            <pc:docMk/>
            <pc:sldMk cId="915248464" sldId="760"/>
            <ac:spMk id="10" creationId="{D05E6F8E-75F6-4B96-A547-1080CE1D3D83}"/>
          </ac:spMkLst>
        </pc:spChg>
        <pc:spChg chg="mod">
          <ac:chgData name="Tran Nguyen Huong" userId="4d3bad5e-0c0b-434c-9a74-6840ca309766" providerId="ADAL" clId="{7E6AAC8B-4B8B-447A-8E5B-B0FB6428AE91}" dt="2022-03-23T16:09:44.491" v="4427" actId="20577"/>
          <ac:spMkLst>
            <pc:docMk/>
            <pc:sldMk cId="915248464" sldId="760"/>
            <ac:spMk id="16" creationId="{503D5344-80D0-498A-AEDC-E2A023B647B9}"/>
          </ac:spMkLst>
        </pc:spChg>
      </pc:sldChg>
      <pc:sldChg chg="modSp add mod">
        <pc:chgData name="Tran Nguyen Huong" userId="4d3bad5e-0c0b-434c-9a74-6840ca309766" providerId="ADAL" clId="{7E6AAC8B-4B8B-447A-8E5B-B0FB6428AE91}" dt="2022-03-23T16:10:47.530" v="4433" actId="27636"/>
        <pc:sldMkLst>
          <pc:docMk/>
          <pc:sldMk cId="1885066811" sldId="761"/>
        </pc:sldMkLst>
        <pc:spChg chg="mod">
          <ac:chgData name="Tran Nguyen Huong" userId="4d3bad5e-0c0b-434c-9a74-6840ca309766" providerId="ADAL" clId="{7E6AAC8B-4B8B-447A-8E5B-B0FB6428AE91}" dt="2022-03-23T16:10:47.530" v="4433" actId="27636"/>
          <ac:spMkLst>
            <pc:docMk/>
            <pc:sldMk cId="1885066811" sldId="761"/>
            <ac:spMk id="2" creationId="{EEE1A22A-4EB6-45DA-9A3C-9F51CA84B14E}"/>
          </ac:spMkLst>
        </pc:spChg>
        <pc:spChg chg="mod">
          <ac:chgData name="Tran Nguyen Huong" userId="4d3bad5e-0c0b-434c-9a74-6840ca309766" providerId="ADAL" clId="{7E6AAC8B-4B8B-447A-8E5B-B0FB6428AE91}" dt="2022-03-23T16:10:44.890" v="4431" actId="404"/>
          <ac:spMkLst>
            <pc:docMk/>
            <pc:sldMk cId="1885066811" sldId="761"/>
            <ac:spMk id="3" creationId="{F88F82AF-48A6-4ED1-B4E2-61A01325A8DD}"/>
          </ac:spMkLst>
        </pc:spChg>
        <pc:spChg chg="mod">
          <ac:chgData name="Tran Nguyen Huong" userId="4d3bad5e-0c0b-434c-9a74-6840ca309766" providerId="ADAL" clId="{7E6AAC8B-4B8B-447A-8E5B-B0FB6428AE91}" dt="2022-03-23T12:21:26.162" v="2498" actId="1076"/>
          <ac:spMkLst>
            <pc:docMk/>
            <pc:sldMk cId="1885066811" sldId="761"/>
            <ac:spMk id="10" creationId="{D05E6F8E-75F6-4B96-A547-1080CE1D3D83}"/>
          </ac:spMkLst>
        </pc:spChg>
        <pc:spChg chg="mod">
          <ac:chgData name="Tran Nguyen Huong" userId="4d3bad5e-0c0b-434c-9a74-6840ca309766" providerId="ADAL" clId="{7E6AAC8B-4B8B-447A-8E5B-B0FB6428AE91}" dt="2022-03-23T12:20:46.083" v="2489"/>
          <ac:spMkLst>
            <pc:docMk/>
            <pc:sldMk cId="1885066811" sldId="761"/>
            <ac:spMk id="16" creationId="{503D5344-80D0-498A-AEDC-E2A023B647B9}"/>
          </ac:spMkLst>
        </pc:spChg>
      </pc:sldChg>
      <pc:sldChg chg="modSp add mod">
        <pc:chgData name="Tran Nguyen Huong" userId="4d3bad5e-0c0b-434c-9a74-6840ca309766" providerId="ADAL" clId="{7E6AAC8B-4B8B-447A-8E5B-B0FB6428AE91}" dt="2022-03-23T16:12:49.665" v="4501" actId="20577"/>
        <pc:sldMkLst>
          <pc:docMk/>
          <pc:sldMk cId="2706498529" sldId="762"/>
        </pc:sldMkLst>
        <pc:spChg chg="mod">
          <ac:chgData name="Tran Nguyen Huong" userId="4d3bad5e-0c0b-434c-9a74-6840ca309766" providerId="ADAL" clId="{7E6AAC8B-4B8B-447A-8E5B-B0FB6428AE91}" dt="2022-03-23T16:11:20.687" v="4438" actId="27636"/>
          <ac:spMkLst>
            <pc:docMk/>
            <pc:sldMk cId="2706498529" sldId="762"/>
            <ac:spMk id="2" creationId="{EEE1A22A-4EB6-45DA-9A3C-9F51CA84B14E}"/>
          </ac:spMkLst>
        </pc:spChg>
        <pc:spChg chg="mod">
          <ac:chgData name="Tran Nguyen Huong" userId="4d3bad5e-0c0b-434c-9a74-6840ca309766" providerId="ADAL" clId="{7E6AAC8B-4B8B-447A-8E5B-B0FB6428AE91}" dt="2022-03-23T16:11:17.508" v="4436" actId="403"/>
          <ac:spMkLst>
            <pc:docMk/>
            <pc:sldMk cId="2706498529" sldId="762"/>
            <ac:spMk id="3" creationId="{F88F82AF-48A6-4ED1-B4E2-61A01325A8DD}"/>
          </ac:spMkLst>
        </pc:spChg>
        <pc:spChg chg="mod">
          <ac:chgData name="Tran Nguyen Huong" userId="4d3bad5e-0c0b-434c-9a74-6840ca309766" providerId="ADAL" clId="{7E6AAC8B-4B8B-447A-8E5B-B0FB6428AE91}" dt="2022-03-23T16:11:23.661" v="4439" actId="1076"/>
          <ac:spMkLst>
            <pc:docMk/>
            <pc:sldMk cId="2706498529" sldId="762"/>
            <ac:spMk id="10" creationId="{D05E6F8E-75F6-4B96-A547-1080CE1D3D83}"/>
          </ac:spMkLst>
        </pc:spChg>
        <pc:spChg chg="mod">
          <ac:chgData name="Tran Nguyen Huong" userId="4d3bad5e-0c0b-434c-9a74-6840ca309766" providerId="ADAL" clId="{7E6AAC8B-4B8B-447A-8E5B-B0FB6428AE91}" dt="2022-03-23T16:12:49.665" v="4501" actId="20577"/>
          <ac:spMkLst>
            <pc:docMk/>
            <pc:sldMk cId="2706498529" sldId="762"/>
            <ac:spMk id="16" creationId="{503D5344-80D0-498A-AEDC-E2A023B647B9}"/>
          </ac:spMkLst>
        </pc:spChg>
      </pc:sldChg>
      <pc:sldChg chg="addSp delSp modSp add mod">
        <pc:chgData name="Tran Nguyen Huong" userId="4d3bad5e-0c0b-434c-9a74-6840ca309766" providerId="ADAL" clId="{7E6AAC8B-4B8B-447A-8E5B-B0FB6428AE91}" dt="2022-03-23T16:13:21.616" v="4513" actId="6549"/>
        <pc:sldMkLst>
          <pc:docMk/>
          <pc:sldMk cId="1349754785" sldId="763"/>
        </pc:sldMkLst>
        <pc:spChg chg="mod">
          <ac:chgData name="Tran Nguyen Huong" userId="4d3bad5e-0c0b-434c-9a74-6840ca309766" providerId="ADAL" clId="{7E6AAC8B-4B8B-447A-8E5B-B0FB6428AE91}" dt="2022-03-23T16:13:09.270" v="4505" actId="27636"/>
          <ac:spMkLst>
            <pc:docMk/>
            <pc:sldMk cId="1349754785" sldId="763"/>
            <ac:spMk id="2" creationId="{EEE1A22A-4EB6-45DA-9A3C-9F51CA84B14E}"/>
          </ac:spMkLst>
        </pc:spChg>
        <pc:spChg chg="mod">
          <ac:chgData name="Tran Nguyen Huong" userId="4d3bad5e-0c0b-434c-9a74-6840ca309766" providerId="ADAL" clId="{7E6AAC8B-4B8B-447A-8E5B-B0FB6428AE91}" dt="2022-03-23T16:13:13.411" v="4507" actId="5793"/>
          <ac:spMkLst>
            <pc:docMk/>
            <pc:sldMk cId="1349754785" sldId="763"/>
            <ac:spMk id="3" creationId="{F88F82AF-48A6-4ED1-B4E2-61A01325A8DD}"/>
          </ac:spMkLst>
        </pc:spChg>
        <pc:spChg chg="del">
          <ac:chgData name="Tran Nguyen Huong" userId="4d3bad5e-0c0b-434c-9a74-6840ca309766" providerId="ADAL" clId="{7E6AAC8B-4B8B-447A-8E5B-B0FB6428AE91}" dt="2022-03-23T12:25:40.721" v="2550" actId="478"/>
          <ac:spMkLst>
            <pc:docMk/>
            <pc:sldMk cId="1349754785" sldId="763"/>
            <ac:spMk id="10" creationId="{D05E6F8E-75F6-4B96-A547-1080CE1D3D83}"/>
          </ac:spMkLst>
        </pc:spChg>
        <pc:spChg chg="mod">
          <ac:chgData name="Tran Nguyen Huong" userId="4d3bad5e-0c0b-434c-9a74-6840ca309766" providerId="ADAL" clId="{7E6AAC8B-4B8B-447A-8E5B-B0FB6428AE91}" dt="2022-03-23T16:13:21.616" v="4513" actId="6549"/>
          <ac:spMkLst>
            <pc:docMk/>
            <pc:sldMk cId="1349754785" sldId="763"/>
            <ac:spMk id="16" creationId="{503D5344-80D0-498A-AEDC-E2A023B647B9}"/>
          </ac:spMkLst>
        </pc:spChg>
        <pc:picChg chg="add mod modCrop">
          <ac:chgData name="Tran Nguyen Huong" userId="4d3bad5e-0c0b-434c-9a74-6840ca309766" providerId="ADAL" clId="{7E6AAC8B-4B8B-447A-8E5B-B0FB6428AE91}" dt="2022-03-23T12:26:08.546" v="2560" actId="1076"/>
          <ac:picMkLst>
            <pc:docMk/>
            <pc:sldMk cId="1349754785" sldId="763"/>
            <ac:picMk id="6" creationId="{E7883B3B-A5C7-4B3C-A4A0-C61743CBD172}"/>
          </ac:picMkLst>
        </pc:picChg>
      </pc:sldChg>
      <pc:sldChg chg="addSp delSp modSp add mod">
        <pc:chgData name="Tran Nguyen Huong" userId="4d3bad5e-0c0b-434c-9a74-6840ca309766" providerId="ADAL" clId="{7E6AAC8B-4B8B-447A-8E5B-B0FB6428AE91}" dt="2022-03-23T16:13:49.506" v="4522" actId="403"/>
        <pc:sldMkLst>
          <pc:docMk/>
          <pc:sldMk cId="3072691340" sldId="764"/>
        </pc:sldMkLst>
        <pc:spChg chg="mod">
          <ac:chgData name="Tran Nguyen Huong" userId="4d3bad5e-0c0b-434c-9a74-6840ca309766" providerId="ADAL" clId="{7E6AAC8B-4B8B-447A-8E5B-B0FB6428AE91}" dt="2022-03-23T16:13:42.530" v="4515" actId="27636"/>
          <ac:spMkLst>
            <pc:docMk/>
            <pc:sldMk cId="3072691340" sldId="764"/>
            <ac:spMk id="2" creationId="{EEE1A22A-4EB6-45DA-9A3C-9F51CA84B14E}"/>
          </ac:spMkLst>
        </pc:spChg>
        <pc:spChg chg="mod">
          <ac:chgData name="Tran Nguyen Huong" userId="4d3bad5e-0c0b-434c-9a74-6840ca309766" providerId="ADAL" clId="{7E6AAC8B-4B8B-447A-8E5B-B0FB6428AE91}" dt="2022-03-23T16:13:49.506" v="4522" actId="403"/>
          <ac:spMkLst>
            <pc:docMk/>
            <pc:sldMk cId="3072691340" sldId="764"/>
            <ac:spMk id="3" creationId="{F88F82AF-48A6-4ED1-B4E2-61A01325A8DD}"/>
          </ac:spMkLst>
        </pc:spChg>
        <pc:spChg chg="del">
          <ac:chgData name="Tran Nguyen Huong" userId="4d3bad5e-0c0b-434c-9a74-6840ca309766" providerId="ADAL" clId="{7E6AAC8B-4B8B-447A-8E5B-B0FB6428AE91}" dt="2022-03-23T12:26:30.400" v="2563" actId="478"/>
          <ac:spMkLst>
            <pc:docMk/>
            <pc:sldMk cId="3072691340" sldId="764"/>
            <ac:spMk id="16" creationId="{503D5344-80D0-498A-AEDC-E2A023B647B9}"/>
          </ac:spMkLst>
        </pc:spChg>
        <pc:picChg chg="add mod">
          <ac:chgData name="Tran Nguyen Huong" userId="4d3bad5e-0c0b-434c-9a74-6840ca309766" providerId="ADAL" clId="{7E6AAC8B-4B8B-447A-8E5B-B0FB6428AE91}" dt="2022-03-23T12:26:34.212" v="2565" actId="1076"/>
          <ac:picMkLst>
            <pc:docMk/>
            <pc:sldMk cId="3072691340" sldId="764"/>
            <ac:picMk id="5" creationId="{0B25E723-29B2-4036-BAD0-217BFDA6B842}"/>
          </ac:picMkLst>
        </pc:picChg>
        <pc:picChg chg="del">
          <ac:chgData name="Tran Nguyen Huong" userId="4d3bad5e-0c0b-434c-9a74-6840ca309766" providerId="ADAL" clId="{7E6AAC8B-4B8B-447A-8E5B-B0FB6428AE91}" dt="2022-03-23T12:26:28.008" v="2562" actId="478"/>
          <ac:picMkLst>
            <pc:docMk/>
            <pc:sldMk cId="3072691340" sldId="764"/>
            <ac:picMk id="6" creationId="{E7883B3B-A5C7-4B3C-A4A0-C61743CBD172}"/>
          </ac:picMkLst>
        </pc:picChg>
      </pc:sldChg>
      <pc:sldChg chg="addSp delSp modSp add mod">
        <pc:chgData name="Tran Nguyen Huong" userId="4d3bad5e-0c0b-434c-9a74-6840ca309766" providerId="ADAL" clId="{7E6AAC8B-4B8B-447A-8E5B-B0FB6428AE91}" dt="2022-03-23T16:13:59.728" v="4526" actId="27636"/>
        <pc:sldMkLst>
          <pc:docMk/>
          <pc:sldMk cId="4281949712" sldId="765"/>
        </pc:sldMkLst>
        <pc:spChg chg="mod">
          <ac:chgData name="Tran Nguyen Huong" userId="4d3bad5e-0c0b-434c-9a74-6840ca309766" providerId="ADAL" clId="{7E6AAC8B-4B8B-447A-8E5B-B0FB6428AE91}" dt="2022-03-23T16:13:59.728" v="4526" actId="27636"/>
          <ac:spMkLst>
            <pc:docMk/>
            <pc:sldMk cId="4281949712" sldId="765"/>
            <ac:spMk id="2" creationId="{EEE1A22A-4EB6-45DA-9A3C-9F51CA84B14E}"/>
          </ac:spMkLst>
        </pc:spChg>
        <pc:spChg chg="mod">
          <ac:chgData name="Tran Nguyen Huong" userId="4d3bad5e-0c0b-434c-9a74-6840ca309766" providerId="ADAL" clId="{7E6AAC8B-4B8B-447A-8E5B-B0FB6428AE91}" dt="2022-03-23T16:13:56.324" v="4524" actId="403"/>
          <ac:spMkLst>
            <pc:docMk/>
            <pc:sldMk cId="4281949712" sldId="765"/>
            <ac:spMk id="3" creationId="{F88F82AF-48A6-4ED1-B4E2-61A01325A8DD}"/>
          </ac:spMkLst>
        </pc:spChg>
        <pc:spChg chg="add mod">
          <ac:chgData name="Tran Nguyen Huong" userId="4d3bad5e-0c0b-434c-9a74-6840ca309766" providerId="ADAL" clId="{7E6AAC8B-4B8B-447A-8E5B-B0FB6428AE91}" dt="2022-03-23T12:27:01.725" v="2570" actId="14100"/>
          <ac:spMkLst>
            <pc:docMk/>
            <pc:sldMk cId="4281949712" sldId="765"/>
            <ac:spMk id="7" creationId="{5EAC500F-F4D9-4463-B5E9-154FE4245EAB}"/>
          </ac:spMkLst>
        </pc:spChg>
        <pc:picChg chg="del">
          <ac:chgData name="Tran Nguyen Huong" userId="4d3bad5e-0c0b-434c-9a74-6840ca309766" providerId="ADAL" clId="{7E6AAC8B-4B8B-447A-8E5B-B0FB6428AE91}" dt="2022-03-23T12:26:54.774" v="2567" actId="478"/>
          <ac:picMkLst>
            <pc:docMk/>
            <pc:sldMk cId="4281949712" sldId="765"/>
            <ac:picMk id="5" creationId="{0B25E723-29B2-4036-BAD0-217BFDA6B842}"/>
          </ac:picMkLst>
        </pc:picChg>
        <pc:picChg chg="add mod">
          <ac:chgData name="Tran Nguyen Huong" userId="4d3bad5e-0c0b-434c-9a74-6840ca309766" providerId="ADAL" clId="{7E6AAC8B-4B8B-447A-8E5B-B0FB6428AE91}" dt="2022-03-23T12:27:08.714" v="2572" actId="1076"/>
          <ac:picMkLst>
            <pc:docMk/>
            <pc:sldMk cId="4281949712" sldId="765"/>
            <ac:picMk id="19458" creationId="{4AA94E01-5836-4F8B-B007-196148CBB51B}"/>
          </ac:picMkLst>
        </pc:picChg>
      </pc:sldChg>
      <pc:sldChg chg="delSp modSp add mod">
        <pc:chgData name="Tran Nguyen Huong" userId="4d3bad5e-0c0b-434c-9a74-6840ca309766" providerId="ADAL" clId="{7E6AAC8B-4B8B-447A-8E5B-B0FB6428AE91}" dt="2022-03-23T16:14:11.584" v="4532" actId="27636"/>
        <pc:sldMkLst>
          <pc:docMk/>
          <pc:sldMk cId="851502394" sldId="766"/>
        </pc:sldMkLst>
        <pc:spChg chg="mod">
          <ac:chgData name="Tran Nguyen Huong" userId="4d3bad5e-0c0b-434c-9a74-6840ca309766" providerId="ADAL" clId="{7E6AAC8B-4B8B-447A-8E5B-B0FB6428AE91}" dt="2022-03-23T16:14:11.584" v="4532" actId="27636"/>
          <ac:spMkLst>
            <pc:docMk/>
            <pc:sldMk cId="851502394" sldId="766"/>
            <ac:spMk id="2" creationId="{EEE1A22A-4EB6-45DA-9A3C-9F51CA84B14E}"/>
          </ac:spMkLst>
        </pc:spChg>
        <pc:spChg chg="mod">
          <ac:chgData name="Tran Nguyen Huong" userId="4d3bad5e-0c0b-434c-9a74-6840ca309766" providerId="ADAL" clId="{7E6AAC8B-4B8B-447A-8E5B-B0FB6428AE91}" dt="2022-03-23T16:14:08.376" v="4530" actId="403"/>
          <ac:spMkLst>
            <pc:docMk/>
            <pc:sldMk cId="851502394" sldId="766"/>
            <ac:spMk id="3" creationId="{F88F82AF-48A6-4ED1-B4E2-61A01325A8DD}"/>
          </ac:spMkLst>
        </pc:spChg>
        <pc:spChg chg="mod">
          <ac:chgData name="Tran Nguyen Huong" userId="4d3bad5e-0c0b-434c-9a74-6840ca309766" providerId="ADAL" clId="{7E6AAC8B-4B8B-447A-8E5B-B0FB6428AE91}" dt="2022-03-23T12:28:11.346" v="2589" actId="403"/>
          <ac:spMkLst>
            <pc:docMk/>
            <pc:sldMk cId="851502394" sldId="766"/>
            <ac:spMk id="7" creationId="{5EAC500F-F4D9-4463-B5E9-154FE4245EAB}"/>
          </ac:spMkLst>
        </pc:spChg>
        <pc:picChg chg="del">
          <ac:chgData name="Tran Nguyen Huong" userId="4d3bad5e-0c0b-434c-9a74-6840ca309766" providerId="ADAL" clId="{7E6AAC8B-4B8B-447A-8E5B-B0FB6428AE91}" dt="2022-03-23T12:27:45.886" v="2575" actId="478"/>
          <ac:picMkLst>
            <pc:docMk/>
            <pc:sldMk cId="851502394" sldId="766"/>
            <ac:picMk id="19458" creationId="{4AA94E01-5836-4F8B-B007-196148CBB51B}"/>
          </ac:picMkLst>
        </pc:picChg>
      </pc:sldChg>
      <pc:sldChg chg="addSp delSp modSp add mod">
        <pc:chgData name="Tran Nguyen Huong" userId="4d3bad5e-0c0b-434c-9a74-6840ca309766" providerId="ADAL" clId="{7E6AAC8B-4B8B-447A-8E5B-B0FB6428AE91}" dt="2022-03-23T16:14:26.645" v="4539" actId="1076"/>
        <pc:sldMkLst>
          <pc:docMk/>
          <pc:sldMk cId="1062947692" sldId="767"/>
        </pc:sldMkLst>
        <pc:spChg chg="mod">
          <ac:chgData name="Tran Nguyen Huong" userId="4d3bad5e-0c0b-434c-9a74-6840ca309766" providerId="ADAL" clId="{7E6AAC8B-4B8B-447A-8E5B-B0FB6428AE91}" dt="2022-03-23T16:14:18.091" v="4534" actId="27636"/>
          <ac:spMkLst>
            <pc:docMk/>
            <pc:sldMk cId="1062947692" sldId="767"/>
            <ac:spMk id="2" creationId="{EEE1A22A-4EB6-45DA-9A3C-9F51CA84B14E}"/>
          </ac:spMkLst>
        </pc:spChg>
        <pc:spChg chg="mod">
          <ac:chgData name="Tran Nguyen Huong" userId="4d3bad5e-0c0b-434c-9a74-6840ca309766" providerId="ADAL" clId="{7E6AAC8B-4B8B-447A-8E5B-B0FB6428AE91}" dt="2022-03-23T16:14:21.830" v="4538" actId="404"/>
          <ac:spMkLst>
            <pc:docMk/>
            <pc:sldMk cId="1062947692" sldId="767"/>
            <ac:spMk id="3" creationId="{F88F82AF-48A6-4ED1-B4E2-61A01325A8DD}"/>
          </ac:spMkLst>
        </pc:spChg>
        <pc:spChg chg="del">
          <ac:chgData name="Tran Nguyen Huong" userId="4d3bad5e-0c0b-434c-9a74-6840ca309766" providerId="ADAL" clId="{7E6AAC8B-4B8B-447A-8E5B-B0FB6428AE91}" dt="2022-03-23T12:28:29.755" v="2591" actId="478"/>
          <ac:spMkLst>
            <pc:docMk/>
            <pc:sldMk cId="1062947692" sldId="767"/>
            <ac:spMk id="7" creationId="{5EAC500F-F4D9-4463-B5E9-154FE4245EAB}"/>
          </ac:spMkLst>
        </pc:spChg>
        <pc:picChg chg="add mod">
          <ac:chgData name="Tran Nguyen Huong" userId="4d3bad5e-0c0b-434c-9a74-6840ca309766" providerId="ADAL" clId="{7E6AAC8B-4B8B-447A-8E5B-B0FB6428AE91}" dt="2022-03-23T16:14:26.645" v="4539" actId="1076"/>
          <ac:picMkLst>
            <pc:docMk/>
            <pc:sldMk cId="1062947692" sldId="767"/>
            <ac:picMk id="20482" creationId="{B461FAB5-AA19-49DC-A6F4-C753A24A33BD}"/>
          </ac:picMkLst>
        </pc:picChg>
      </pc:sldChg>
      <pc:sldChg chg="addSp delSp modSp add mod">
        <pc:chgData name="Tran Nguyen Huong" userId="4d3bad5e-0c0b-434c-9a74-6840ca309766" providerId="ADAL" clId="{7E6AAC8B-4B8B-447A-8E5B-B0FB6428AE91}" dt="2022-03-23T16:14:43.558" v="4544" actId="404"/>
        <pc:sldMkLst>
          <pc:docMk/>
          <pc:sldMk cId="2008842950" sldId="768"/>
        </pc:sldMkLst>
        <pc:spChg chg="mod">
          <ac:chgData name="Tran Nguyen Huong" userId="4d3bad5e-0c0b-434c-9a74-6840ca309766" providerId="ADAL" clId="{7E6AAC8B-4B8B-447A-8E5B-B0FB6428AE91}" dt="2022-03-23T16:14:33.348" v="4541" actId="27636"/>
          <ac:spMkLst>
            <pc:docMk/>
            <pc:sldMk cId="2008842950" sldId="768"/>
            <ac:spMk id="2" creationId="{EEE1A22A-4EB6-45DA-9A3C-9F51CA84B14E}"/>
          </ac:spMkLst>
        </pc:spChg>
        <pc:spChg chg="mod">
          <ac:chgData name="Tran Nguyen Huong" userId="4d3bad5e-0c0b-434c-9a74-6840ca309766" providerId="ADAL" clId="{7E6AAC8B-4B8B-447A-8E5B-B0FB6428AE91}" dt="2022-03-23T16:14:43.558" v="4544" actId="404"/>
          <ac:spMkLst>
            <pc:docMk/>
            <pc:sldMk cId="2008842950" sldId="768"/>
            <ac:spMk id="3" creationId="{F88F82AF-48A6-4ED1-B4E2-61A01325A8DD}"/>
          </ac:spMkLst>
        </pc:spChg>
        <pc:picChg chg="add mod modCrop">
          <ac:chgData name="Tran Nguyen Huong" userId="4d3bad5e-0c0b-434c-9a74-6840ca309766" providerId="ADAL" clId="{7E6AAC8B-4B8B-447A-8E5B-B0FB6428AE91}" dt="2022-03-23T12:31:35.258" v="2660" actId="1076"/>
          <ac:picMkLst>
            <pc:docMk/>
            <pc:sldMk cId="2008842950" sldId="768"/>
            <ac:picMk id="6" creationId="{FA87D861-8B4B-4D0C-928E-4A0DAA0234F7}"/>
          </ac:picMkLst>
        </pc:picChg>
        <pc:picChg chg="del">
          <ac:chgData name="Tran Nguyen Huong" userId="4d3bad5e-0c0b-434c-9a74-6840ca309766" providerId="ADAL" clId="{7E6AAC8B-4B8B-447A-8E5B-B0FB6428AE91}" dt="2022-03-23T12:29:09.110" v="2595" actId="478"/>
          <ac:picMkLst>
            <pc:docMk/>
            <pc:sldMk cId="2008842950" sldId="768"/>
            <ac:picMk id="20482" creationId="{B461FAB5-AA19-49DC-A6F4-C753A24A33BD}"/>
          </ac:picMkLst>
        </pc:picChg>
      </pc:sldChg>
      <pc:sldChg chg="addSp delSp modSp add mod">
        <pc:chgData name="Tran Nguyen Huong" userId="4d3bad5e-0c0b-434c-9a74-6840ca309766" providerId="ADAL" clId="{7E6AAC8B-4B8B-447A-8E5B-B0FB6428AE91}" dt="2022-03-23T16:15:31.965" v="4592" actId="27636"/>
        <pc:sldMkLst>
          <pc:docMk/>
          <pc:sldMk cId="2320717694" sldId="769"/>
        </pc:sldMkLst>
        <pc:spChg chg="mod">
          <ac:chgData name="Tran Nguyen Huong" userId="4d3bad5e-0c0b-434c-9a74-6840ca309766" providerId="ADAL" clId="{7E6AAC8B-4B8B-447A-8E5B-B0FB6428AE91}" dt="2022-03-23T16:15:31.965" v="4592" actId="27636"/>
          <ac:spMkLst>
            <pc:docMk/>
            <pc:sldMk cId="2320717694" sldId="769"/>
            <ac:spMk id="2" creationId="{EEE1A22A-4EB6-45DA-9A3C-9F51CA84B14E}"/>
          </ac:spMkLst>
        </pc:spChg>
        <pc:spChg chg="mod">
          <ac:chgData name="Tran Nguyen Huong" userId="4d3bad5e-0c0b-434c-9a74-6840ca309766" providerId="ADAL" clId="{7E6AAC8B-4B8B-447A-8E5B-B0FB6428AE91}" dt="2022-03-23T16:14:48.426" v="4545" actId="5793"/>
          <ac:spMkLst>
            <pc:docMk/>
            <pc:sldMk cId="2320717694" sldId="769"/>
            <ac:spMk id="3" creationId="{F88F82AF-48A6-4ED1-B4E2-61A01325A8DD}"/>
          </ac:spMkLst>
        </pc:spChg>
        <pc:spChg chg="add mod">
          <ac:chgData name="Tran Nguyen Huong" userId="4d3bad5e-0c0b-434c-9a74-6840ca309766" providerId="ADAL" clId="{7E6AAC8B-4B8B-447A-8E5B-B0FB6428AE91}" dt="2022-03-23T16:15:26.173" v="4590" actId="404"/>
          <ac:spMkLst>
            <pc:docMk/>
            <pc:sldMk cId="2320717694" sldId="769"/>
            <ac:spMk id="9" creationId="{63F21B4C-091A-468A-A7B1-EAADA3487F68}"/>
          </ac:spMkLst>
        </pc:spChg>
        <pc:spChg chg="add mod">
          <ac:chgData name="Tran Nguyen Huong" userId="4d3bad5e-0c0b-434c-9a74-6840ca309766" providerId="ADAL" clId="{7E6AAC8B-4B8B-447A-8E5B-B0FB6428AE91}" dt="2022-03-23T12:31:17.525" v="2647" actId="403"/>
          <ac:spMkLst>
            <pc:docMk/>
            <pc:sldMk cId="2320717694" sldId="769"/>
            <ac:spMk id="11" creationId="{2C518C70-AA0A-403D-B127-1AB324E5B674}"/>
          </ac:spMkLst>
        </pc:spChg>
        <pc:picChg chg="del">
          <ac:chgData name="Tran Nguyen Huong" userId="4d3bad5e-0c0b-434c-9a74-6840ca309766" providerId="ADAL" clId="{7E6AAC8B-4B8B-447A-8E5B-B0FB6428AE91}" dt="2022-03-23T12:29:40.965" v="2604" actId="478"/>
          <ac:picMkLst>
            <pc:docMk/>
            <pc:sldMk cId="2320717694" sldId="769"/>
            <ac:picMk id="6" creationId="{FA87D861-8B4B-4D0C-928E-4A0DAA0234F7}"/>
          </ac:picMkLst>
        </pc:picChg>
        <pc:picChg chg="add del mod modCrop">
          <ac:chgData name="Tran Nguyen Huong" userId="4d3bad5e-0c0b-434c-9a74-6840ca309766" providerId="ADAL" clId="{7E6AAC8B-4B8B-447A-8E5B-B0FB6428AE91}" dt="2022-03-23T12:30:19.319" v="2613" actId="478"/>
          <ac:picMkLst>
            <pc:docMk/>
            <pc:sldMk cId="2320717694" sldId="769"/>
            <ac:picMk id="7" creationId="{F72C6A1F-3D58-42DB-A763-9BCC42D8E937}"/>
          </ac:picMkLst>
        </pc:picChg>
      </pc:sldChg>
      <pc:sldChg chg="addSp delSp modSp add mod">
        <pc:chgData name="Tran Nguyen Huong" userId="4d3bad5e-0c0b-434c-9a74-6840ca309766" providerId="ADAL" clId="{7E6AAC8B-4B8B-447A-8E5B-B0FB6428AE91}" dt="2022-03-23T14:06:11.296" v="2759" actId="27636"/>
        <pc:sldMkLst>
          <pc:docMk/>
          <pc:sldMk cId="1726663593" sldId="770"/>
        </pc:sldMkLst>
        <pc:spChg chg="mod">
          <ac:chgData name="Tran Nguyen Huong" userId="4d3bad5e-0c0b-434c-9a74-6840ca309766" providerId="ADAL" clId="{7E6AAC8B-4B8B-447A-8E5B-B0FB6428AE91}" dt="2022-03-23T14:04:05.308" v="2697" actId="20577"/>
          <ac:spMkLst>
            <pc:docMk/>
            <pc:sldMk cId="1726663593" sldId="770"/>
            <ac:spMk id="2" creationId="{EEE1A22A-4EB6-45DA-9A3C-9F51CA84B14E}"/>
          </ac:spMkLst>
        </pc:spChg>
        <pc:spChg chg="mod">
          <ac:chgData name="Tran Nguyen Huong" userId="4d3bad5e-0c0b-434c-9a74-6840ca309766" providerId="ADAL" clId="{7E6AAC8B-4B8B-447A-8E5B-B0FB6428AE91}" dt="2022-03-23T14:06:11.296" v="2759" actId="27636"/>
          <ac:spMkLst>
            <pc:docMk/>
            <pc:sldMk cId="1726663593" sldId="770"/>
            <ac:spMk id="3" creationId="{F88F82AF-48A6-4ED1-B4E2-61A01325A8DD}"/>
          </ac:spMkLst>
        </pc:spChg>
        <pc:spChg chg="del">
          <ac:chgData name="Tran Nguyen Huong" userId="4d3bad5e-0c0b-434c-9a74-6840ca309766" providerId="ADAL" clId="{7E6AAC8B-4B8B-447A-8E5B-B0FB6428AE91}" dt="2022-03-23T14:03:35.569" v="2675" actId="478"/>
          <ac:spMkLst>
            <pc:docMk/>
            <pc:sldMk cId="1726663593" sldId="770"/>
            <ac:spMk id="9" creationId="{63F21B4C-091A-468A-A7B1-EAADA3487F68}"/>
          </ac:spMkLst>
        </pc:spChg>
        <pc:spChg chg="del">
          <ac:chgData name="Tran Nguyen Huong" userId="4d3bad5e-0c0b-434c-9a74-6840ca309766" providerId="ADAL" clId="{7E6AAC8B-4B8B-447A-8E5B-B0FB6428AE91}" dt="2022-03-23T14:03:33.900" v="2674" actId="478"/>
          <ac:spMkLst>
            <pc:docMk/>
            <pc:sldMk cId="1726663593" sldId="770"/>
            <ac:spMk id="11" creationId="{2C518C70-AA0A-403D-B127-1AB324E5B674}"/>
          </ac:spMkLst>
        </pc:spChg>
        <pc:picChg chg="add mod">
          <ac:chgData name="Tran Nguyen Huong" userId="4d3bad5e-0c0b-434c-9a74-6840ca309766" providerId="ADAL" clId="{7E6AAC8B-4B8B-447A-8E5B-B0FB6428AE91}" dt="2022-03-23T14:05:48.649" v="2754" actId="1076"/>
          <ac:picMkLst>
            <pc:docMk/>
            <pc:sldMk cId="1726663593" sldId="770"/>
            <ac:picMk id="1026" creationId="{F31233DD-B1F7-4D23-B5AE-8BC0562E91B0}"/>
          </ac:picMkLst>
        </pc:picChg>
      </pc:sldChg>
      <pc:sldChg chg="addSp delSp modSp add mod">
        <pc:chgData name="Tran Nguyen Huong" userId="4d3bad5e-0c0b-434c-9a74-6840ca309766" providerId="ADAL" clId="{7E6AAC8B-4B8B-447A-8E5B-B0FB6428AE91}" dt="2022-03-23T16:17:03.315" v="4598" actId="20577"/>
        <pc:sldMkLst>
          <pc:docMk/>
          <pc:sldMk cId="731179958" sldId="771"/>
        </pc:sldMkLst>
        <pc:spChg chg="mod">
          <ac:chgData name="Tran Nguyen Huong" userId="4d3bad5e-0c0b-434c-9a74-6840ca309766" providerId="ADAL" clId="{7E6AAC8B-4B8B-447A-8E5B-B0FB6428AE91}" dt="2022-03-23T14:21:49.920" v="2909" actId="1076"/>
          <ac:spMkLst>
            <pc:docMk/>
            <pc:sldMk cId="731179958" sldId="771"/>
            <ac:spMk id="3" creationId="{F88F82AF-48A6-4ED1-B4E2-61A01325A8DD}"/>
          </ac:spMkLst>
        </pc:spChg>
        <pc:spChg chg="add mod">
          <ac:chgData name="Tran Nguyen Huong" userId="4d3bad5e-0c0b-434c-9a74-6840ca309766" providerId="ADAL" clId="{7E6AAC8B-4B8B-447A-8E5B-B0FB6428AE91}" dt="2022-03-23T16:17:03.315" v="4598" actId="20577"/>
          <ac:spMkLst>
            <pc:docMk/>
            <pc:sldMk cId="731179958" sldId="771"/>
            <ac:spMk id="6" creationId="{E5ECEE08-D66C-4717-A9AD-F24503B4E73A}"/>
          </ac:spMkLst>
        </pc:spChg>
        <pc:spChg chg="add mod">
          <ac:chgData name="Tran Nguyen Huong" userId="4d3bad5e-0c0b-434c-9a74-6840ca309766" providerId="ADAL" clId="{7E6AAC8B-4B8B-447A-8E5B-B0FB6428AE91}" dt="2022-03-23T14:24:34.368" v="2932" actId="1076"/>
          <ac:spMkLst>
            <pc:docMk/>
            <pc:sldMk cId="731179958" sldId="771"/>
            <ac:spMk id="7" creationId="{4A22CDD0-0EEE-498F-B0C8-21BA4B99D455}"/>
          </ac:spMkLst>
        </pc:spChg>
        <pc:picChg chg="del">
          <ac:chgData name="Tran Nguyen Huong" userId="4d3bad5e-0c0b-434c-9a74-6840ca309766" providerId="ADAL" clId="{7E6AAC8B-4B8B-447A-8E5B-B0FB6428AE91}" dt="2022-03-23T14:06:15.557" v="2760" actId="478"/>
          <ac:picMkLst>
            <pc:docMk/>
            <pc:sldMk cId="731179958" sldId="771"/>
            <ac:picMk id="1026" creationId="{F31233DD-B1F7-4D23-B5AE-8BC0562E91B0}"/>
          </ac:picMkLst>
        </pc:picChg>
      </pc:sldChg>
      <pc:sldChg chg="modSp add del mod">
        <pc:chgData name="Tran Nguyen Huong" userId="4d3bad5e-0c0b-434c-9a74-6840ca309766" providerId="ADAL" clId="{7E6AAC8B-4B8B-447A-8E5B-B0FB6428AE91}" dt="2022-03-23T14:09:50.307" v="2793" actId="47"/>
        <pc:sldMkLst>
          <pc:docMk/>
          <pc:sldMk cId="1142658319" sldId="772"/>
        </pc:sldMkLst>
        <pc:spChg chg="mod">
          <ac:chgData name="Tran Nguyen Huong" userId="4d3bad5e-0c0b-434c-9a74-6840ca309766" providerId="ADAL" clId="{7E6AAC8B-4B8B-447A-8E5B-B0FB6428AE91}" dt="2022-03-23T14:08:25.650" v="2782" actId="6549"/>
          <ac:spMkLst>
            <pc:docMk/>
            <pc:sldMk cId="1142658319" sldId="772"/>
            <ac:spMk id="3" creationId="{F88F82AF-48A6-4ED1-B4E2-61A01325A8DD}"/>
          </ac:spMkLst>
        </pc:spChg>
      </pc:sldChg>
      <pc:sldChg chg="addSp modSp add mod">
        <pc:chgData name="Tran Nguyen Huong" userId="4d3bad5e-0c0b-434c-9a74-6840ca309766" providerId="ADAL" clId="{7E6AAC8B-4B8B-447A-8E5B-B0FB6428AE91}" dt="2022-03-23T16:17:44.346" v="4620" actId="20577"/>
        <pc:sldMkLst>
          <pc:docMk/>
          <pc:sldMk cId="4154803468" sldId="772"/>
        </pc:sldMkLst>
        <pc:spChg chg="mod">
          <ac:chgData name="Tran Nguyen Huong" userId="4d3bad5e-0c0b-434c-9a74-6840ca309766" providerId="ADAL" clId="{7E6AAC8B-4B8B-447A-8E5B-B0FB6428AE91}" dt="2022-03-23T14:10:08.423" v="2795"/>
          <ac:spMkLst>
            <pc:docMk/>
            <pc:sldMk cId="4154803468" sldId="772"/>
            <ac:spMk id="2" creationId="{EEE1A22A-4EB6-45DA-9A3C-9F51CA84B14E}"/>
          </ac:spMkLst>
        </pc:spChg>
        <pc:spChg chg="mod">
          <ac:chgData name="Tran Nguyen Huong" userId="4d3bad5e-0c0b-434c-9a74-6840ca309766" providerId="ADAL" clId="{7E6AAC8B-4B8B-447A-8E5B-B0FB6428AE91}" dt="2022-03-23T16:17:44.346" v="4620" actId="20577"/>
          <ac:spMkLst>
            <pc:docMk/>
            <pc:sldMk cId="4154803468" sldId="772"/>
            <ac:spMk id="3" creationId="{F88F82AF-48A6-4ED1-B4E2-61A01325A8DD}"/>
          </ac:spMkLst>
        </pc:spChg>
        <pc:spChg chg="mod">
          <ac:chgData name="Tran Nguyen Huong" userId="4d3bad5e-0c0b-434c-9a74-6840ca309766" providerId="ADAL" clId="{7E6AAC8B-4B8B-447A-8E5B-B0FB6428AE91}" dt="2022-03-23T14:22:44.488" v="2913" actId="1076"/>
          <ac:spMkLst>
            <pc:docMk/>
            <pc:sldMk cId="4154803468" sldId="772"/>
            <ac:spMk id="6" creationId="{E5ECEE08-D66C-4717-A9AD-F24503B4E73A}"/>
          </ac:spMkLst>
        </pc:spChg>
        <pc:spChg chg="add mod">
          <ac:chgData name="Tran Nguyen Huong" userId="4d3bad5e-0c0b-434c-9a74-6840ca309766" providerId="ADAL" clId="{7E6AAC8B-4B8B-447A-8E5B-B0FB6428AE91}" dt="2022-03-23T14:24:19.472" v="2925" actId="14100"/>
          <ac:spMkLst>
            <pc:docMk/>
            <pc:sldMk cId="4154803468" sldId="772"/>
            <ac:spMk id="7" creationId="{A0DD7DF7-2B7E-4FC6-BF4E-7773E3CCEF6F}"/>
          </ac:spMkLst>
        </pc:spChg>
      </pc:sldChg>
      <pc:sldChg chg="addSp delSp modSp add mod">
        <pc:chgData name="Tran Nguyen Huong" userId="4d3bad5e-0c0b-434c-9a74-6840ca309766" providerId="ADAL" clId="{7E6AAC8B-4B8B-447A-8E5B-B0FB6428AE91}" dt="2022-03-23T16:19:58.400" v="4691" actId="20577"/>
        <pc:sldMkLst>
          <pc:docMk/>
          <pc:sldMk cId="2624245612" sldId="773"/>
        </pc:sldMkLst>
        <pc:spChg chg="mod">
          <ac:chgData name="Tran Nguyen Huong" userId="4d3bad5e-0c0b-434c-9a74-6840ca309766" providerId="ADAL" clId="{7E6AAC8B-4B8B-447A-8E5B-B0FB6428AE91}" dt="2022-03-23T14:14:37.352" v="2830" actId="1076"/>
          <ac:spMkLst>
            <pc:docMk/>
            <pc:sldMk cId="2624245612" sldId="773"/>
            <ac:spMk id="2" creationId="{EEE1A22A-4EB6-45DA-9A3C-9F51CA84B14E}"/>
          </ac:spMkLst>
        </pc:spChg>
        <pc:spChg chg="mod">
          <ac:chgData name="Tran Nguyen Huong" userId="4d3bad5e-0c0b-434c-9a74-6840ca309766" providerId="ADAL" clId="{7E6AAC8B-4B8B-447A-8E5B-B0FB6428AE91}" dt="2022-03-23T16:19:58.400" v="4691" actId="20577"/>
          <ac:spMkLst>
            <pc:docMk/>
            <pc:sldMk cId="2624245612" sldId="773"/>
            <ac:spMk id="3" creationId="{F88F82AF-48A6-4ED1-B4E2-61A01325A8DD}"/>
          </ac:spMkLst>
        </pc:spChg>
        <pc:spChg chg="add del mod">
          <ac:chgData name="Tran Nguyen Huong" userId="4d3bad5e-0c0b-434c-9a74-6840ca309766" providerId="ADAL" clId="{7E6AAC8B-4B8B-447A-8E5B-B0FB6428AE91}" dt="2022-03-23T14:19:47.160" v="2878" actId="478"/>
          <ac:spMkLst>
            <pc:docMk/>
            <pc:sldMk cId="2624245612" sldId="773"/>
            <ac:spMk id="5" creationId="{6B08339E-A711-4A62-8F18-9430A3BBF682}"/>
          </ac:spMkLst>
        </pc:spChg>
        <pc:spChg chg="mod">
          <ac:chgData name="Tran Nguyen Huong" userId="4d3bad5e-0c0b-434c-9a74-6840ca309766" providerId="ADAL" clId="{7E6AAC8B-4B8B-447A-8E5B-B0FB6428AE91}" dt="2022-03-23T16:19:30.447" v="4626" actId="948"/>
          <ac:spMkLst>
            <pc:docMk/>
            <pc:sldMk cId="2624245612" sldId="773"/>
            <ac:spMk id="6" creationId="{E5ECEE08-D66C-4717-A9AD-F24503B4E73A}"/>
          </ac:spMkLst>
        </pc:spChg>
        <pc:spChg chg="add mod">
          <ac:chgData name="Tran Nguyen Huong" userId="4d3bad5e-0c0b-434c-9a74-6840ca309766" providerId="ADAL" clId="{7E6AAC8B-4B8B-447A-8E5B-B0FB6428AE91}" dt="2022-03-23T14:24:53.103" v="2941" actId="1035"/>
          <ac:spMkLst>
            <pc:docMk/>
            <pc:sldMk cId="2624245612" sldId="773"/>
            <ac:spMk id="8" creationId="{4216C7AA-E9F3-4EF2-868D-A384DE0050C6}"/>
          </ac:spMkLst>
        </pc:spChg>
      </pc:sldChg>
      <pc:sldChg chg="addSp delSp modSp add mod">
        <pc:chgData name="Tran Nguyen Huong" userId="4d3bad5e-0c0b-434c-9a74-6840ca309766" providerId="ADAL" clId="{7E6AAC8B-4B8B-447A-8E5B-B0FB6428AE91}" dt="2022-03-23T16:33:15.990" v="4843" actId="1076"/>
        <pc:sldMkLst>
          <pc:docMk/>
          <pc:sldMk cId="1982227452" sldId="774"/>
        </pc:sldMkLst>
        <pc:spChg chg="mod">
          <ac:chgData name="Tran Nguyen Huong" userId="4d3bad5e-0c0b-434c-9a74-6840ca309766" providerId="ADAL" clId="{7E6AAC8B-4B8B-447A-8E5B-B0FB6428AE91}" dt="2022-03-23T16:28:39.240" v="4831" actId="403"/>
          <ac:spMkLst>
            <pc:docMk/>
            <pc:sldMk cId="1982227452" sldId="774"/>
            <ac:spMk id="3" creationId="{D84E1B89-45F1-4C39-88F0-3A380DA733A9}"/>
          </ac:spMkLst>
        </pc:spChg>
        <pc:picChg chg="add del mod">
          <ac:chgData name="Tran Nguyen Huong" userId="4d3bad5e-0c0b-434c-9a74-6840ca309766" providerId="ADAL" clId="{7E6AAC8B-4B8B-447A-8E5B-B0FB6428AE91}" dt="2022-03-23T16:31:42.933" v="4836" actId="478"/>
          <ac:picMkLst>
            <pc:docMk/>
            <pc:sldMk cId="1982227452" sldId="774"/>
            <ac:picMk id="3074" creationId="{423C1F75-2E84-436C-8D3F-D4E5909E74D3}"/>
          </ac:picMkLst>
        </pc:picChg>
        <pc:picChg chg="add del mod">
          <ac:chgData name="Tran Nguyen Huong" userId="4d3bad5e-0c0b-434c-9a74-6840ca309766" providerId="ADAL" clId="{7E6AAC8B-4B8B-447A-8E5B-B0FB6428AE91}" dt="2022-03-23T16:33:07.319" v="4840" actId="478"/>
          <ac:picMkLst>
            <pc:docMk/>
            <pc:sldMk cId="1982227452" sldId="774"/>
            <ac:picMk id="3076" creationId="{C42949C9-3C9A-4ACA-8ED0-8267FAD82B82}"/>
          </ac:picMkLst>
        </pc:picChg>
        <pc:picChg chg="add mod">
          <ac:chgData name="Tran Nguyen Huong" userId="4d3bad5e-0c0b-434c-9a74-6840ca309766" providerId="ADAL" clId="{7E6AAC8B-4B8B-447A-8E5B-B0FB6428AE91}" dt="2022-03-23T16:33:15.990" v="4843" actId="1076"/>
          <ac:picMkLst>
            <pc:docMk/>
            <pc:sldMk cId="1982227452" sldId="774"/>
            <ac:picMk id="3078" creationId="{C1818E35-8492-40E0-9D8B-E3DC31CD21C8}"/>
          </ac:picMkLst>
        </pc:picChg>
      </pc:sldChg>
      <pc:sldChg chg="addSp delSp modSp add mod">
        <pc:chgData name="Tran Nguyen Huong" userId="4d3bad5e-0c0b-434c-9a74-6840ca309766" providerId="ADAL" clId="{7E6AAC8B-4B8B-447A-8E5B-B0FB6428AE91}" dt="2022-03-23T16:37:31.502" v="4905" actId="1076"/>
        <pc:sldMkLst>
          <pc:docMk/>
          <pc:sldMk cId="1584788442" sldId="775"/>
        </pc:sldMkLst>
        <pc:spChg chg="mod">
          <ac:chgData name="Tran Nguyen Huong" userId="4d3bad5e-0c0b-434c-9a74-6840ca309766" providerId="ADAL" clId="{7E6AAC8B-4B8B-447A-8E5B-B0FB6428AE91}" dt="2022-03-23T16:36:31.302" v="4875"/>
          <ac:spMkLst>
            <pc:docMk/>
            <pc:sldMk cId="1584788442" sldId="775"/>
            <ac:spMk id="2" creationId="{E0DEE280-2367-4F50-9C60-1966F8F877D4}"/>
          </ac:spMkLst>
        </pc:spChg>
        <pc:spChg chg="mod">
          <ac:chgData name="Tran Nguyen Huong" userId="4d3bad5e-0c0b-434c-9a74-6840ca309766" providerId="ADAL" clId="{7E6AAC8B-4B8B-447A-8E5B-B0FB6428AE91}" dt="2022-03-23T16:37:27.549" v="4903" actId="5793"/>
          <ac:spMkLst>
            <pc:docMk/>
            <pc:sldMk cId="1584788442" sldId="775"/>
            <ac:spMk id="3" creationId="{D84E1B89-45F1-4C39-88F0-3A380DA733A9}"/>
          </ac:spMkLst>
        </pc:spChg>
        <pc:picChg chg="del">
          <ac:chgData name="Tran Nguyen Huong" userId="4d3bad5e-0c0b-434c-9a74-6840ca309766" providerId="ADAL" clId="{7E6AAC8B-4B8B-447A-8E5B-B0FB6428AE91}" dt="2022-03-23T16:34:57.932" v="4857" actId="478"/>
          <ac:picMkLst>
            <pc:docMk/>
            <pc:sldMk cId="1584788442" sldId="775"/>
            <ac:picMk id="2050" creationId="{28999C53-98EE-4F8E-8BEF-99A65E71C631}"/>
          </ac:picMkLst>
        </pc:picChg>
        <pc:picChg chg="add del mod">
          <ac:chgData name="Tran Nguyen Huong" userId="4d3bad5e-0c0b-434c-9a74-6840ca309766" providerId="ADAL" clId="{7E6AAC8B-4B8B-447A-8E5B-B0FB6428AE91}" dt="2022-03-23T16:35:39.780" v="4865" actId="478"/>
          <ac:picMkLst>
            <pc:docMk/>
            <pc:sldMk cId="1584788442" sldId="775"/>
            <ac:picMk id="4098" creationId="{8AA7C1BE-EA29-492C-87F3-7E89DCA71F81}"/>
          </ac:picMkLst>
        </pc:picChg>
        <pc:picChg chg="add del mod">
          <ac:chgData name="Tran Nguyen Huong" userId="4d3bad5e-0c0b-434c-9a74-6840ca309766" providerId="ADAL" clId="{7E6AAC8B-4B8B-447A-8E5B-B0FB6428AE91}" dt="2022-03-23T16:35:39.780" v="4865" actId="478"/>
          <ac:picMkLst>
            <pc:docMk/>
            <pc:sldMk cId="1584788442" sldId="775"/>
            <ac:picMk id="4100" creationId="{63558161-24ED-407C-B1BC-DE2C37FEDCA9}"/>
          </ac:picMkLst>
        </pc:picChg>
        <pc:picChg chg="add mod">
          <ac:chgData name="Tran Nguyen Huong" userId="4d3bad5e-0c0b-434c-9a74-6840ca309766" providerId="ADAL" clId="{7E6AAC8B-4B8B-447A-8E5B-B0FB6428AE91}" dt="2022-03-23T16:37:31.502" v="4905" actId="1076"/>
          <ac:picMkLst>
            <pc:docMk/>
            <pc:sldMk cId="1584788442" sldId="775"/>
            <ac:picMk id="4102" creationId="{3B7C2DC1-8BA8-412D-9B56-BFFE0FEBE65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4018B264-9FA4-984F-84B6-9156EB5A2D23}" type="datetimeFigureOut">
              <a:rPr lang="en-US" smtClean="0"/>
              <a:pPr/>
              <a:t>17/05/22</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C752D2C8-BDAA-C846-93DE-8024D750DFE1}" type="slidenum">
              <a:rPr lang="en-US" smtClean="0"/>
              <a:pPr/>
              <a:t>‹#›</a:t>
            </a:fld>
            <a:endParaRPr lang="en-US"/>
          </a:p>
        </p:txBody>
      </p:sp>
    </p:spTree>
    <p:extLst>
      <p:ext uri="{BB962C8B-B14F-4D97-AF65-F5344CB8AC3E}">
        <p14:creationId xmlns:p14="http://schemas.microsoft.com/office/powerpoint/2010/main" val="8285291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F2F6FC23-AB5D-4210-BEDE-333FE716D36E}" type="datetimeFigureOut">
              <a:rPr lang="en-US" smtClean="0"/>
              <a:pPr/>
              <a:t>17/05/22</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FEAD6D3-E3A6-4306-A906-2CB27FEAA95E}" type="slidenum">
              <a:rPr lang="en-US" smtClean="0"/>
              <a:pPr/>
              <a:t>‹#›</a:t>
            </a:fld>
            <a:endParaRPr lang="en-US"/>
          </a:p>
        </p:txBody>
      </p:sp>
    </p:spTree>
    <p:extLst>
      <p:ext uri="{BB962C8B-B14F-4D97-AF65-F5344CB8AC3E}">
        <p14:creationId xmlns:p14="http://schemas.microsoft.com/office/powerpoint/2010/main" val="31567007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solidFill>
                  <a:srgbClr val="1B1B1B"/>
                </a:solidFill>
                <a:effectLst/>
                <a:latin typeface="Open Sans" panose="020B0606030504020204" pitchFamily="34" charset="0"/>
              </a:rPr>
              <a:t>Less Code:</a:t>
            </a:r>
            <a:r>
              <a:rPr lang="en-US" b="0" i="0">
                <a:solidFill>
                  <a:srgbClr val="1B1B1B"/>
                </a:solidFill>
                <a:effectLst/>
                <a:latin typeface="Open Sans" panose="020B0606030504020204" pitchFamily="34" charset="0"/>
              </a:rPr>
              <a:t> Triển khai Ai đến hàng tấn thuật toán</a:t>
            </a:r>
          </a:p>
          <a:p>
            <a:r>
              <a:rPr lang="vi-VN" b="1" i="0">
                <a:solidFill>
                  <a:srgbClr val="1B1B1B"/>
                </a:solidFill>
                <a:effectLst/>
                <a:latin typeface="Open Sans" panose="020B0606030504020204" pitchFamily="34" charset="0"/>
              </a:rPr>
              <a:t>Prebuilt Libraries:</a:t>
            </a:r>
            <a:r>
              <a:rPr lang="vi-VN" b="0" i="0">
                <a:solidFill>
                  <a:srgbClr val="1B1B1B"/>
                </a:solidFill>
                <a:effectLst/>
                <a:latin typeface="Open Sans" panose="020B0606030504020204" pitchFamily="34" charset="0"/>
              </a:rPr>
              <a:t> Python có 100 thư viện xây dựng sẵn để thực hiện các thuật toán Machine Learning và Deep Learning khác nhau</a:t>
            </a:r>
            <a:endParaRPr lang="en-US" b="0" i="0">
              <a:solidFill>
                <a:srgbClr val="1B1B1B"/>
              </a:solidFill>
              <a:effectLst/>
              <a:latin typeface="Open Sans" panose="020B0606030504020204" pitchFamily="34" charset="0"/>
            </a:endParaRPr>
          </a:p>
          <a:p>
            <a:r>
              <a:rPr lang="vi-VN" b="1" i="0">
                <a:solidFill>
                  <a:srgbClr val="1B1B1B"/>
                </a:solidFill>
                <a:effectLst/>
                <a:latin typeface="Open Sans" panose="020B0606030504020204" pitchFamily="34" charset="0"/>
              </a:rPr>
              <a:t>Ease of learning:</a:t>
            </a:r>
            <a:r>
              <a:rPr lang="vi-VN" b="0" i="0">
                <a:solidFill>
                  <a:srgbClr val="1B1B1B"/>
                </a:solidFill>
                <a:effectLst/>
                <a:latin typeface="Open Sans" panose="020B0606030504020204" pitchFamily="34" charset="0"/>
              </a:rPr>
              <a:t> Python sử dụng cú pháp rất đơn giản có thể sự dụng để thực hiện các tính toán đơn giản</a:t>
            </a:r>
            <a:endParaRPr lang="en-US" b="0" i="0">
              <a:solidFill>
                <a:srgbClr val="1B1B1B"/>
              </a:solidFill>
              <a:effectLst/>
              <a:latin typeface="Open Sans" panose="020B0606030504020204" pitchFamily="34" charset="0"/>
            </a:endParaRPr>
          </a:p>
          <a:p>
            <a:r>
              <a:rPr lang="en-US" b="1" i="0">
                <a:solidFill>
                  <a:srgbClr val="1B1B1B"/>
                </a:solidFill>
                <a:effectLst/>
                <a:latin typeface="Open Sans" panose="020B0606030504020204" pitchFamily="34" charset="0"/>
              </a:rPr>
              <a:t>Platform Independent:</a:t>
            </a:r>
            <a:r>
              <a:rPr lang="en-US" b="0" i="0">
                <a:solidFill>
                  <a:srgbClr val="1B1B1B"/>
                </a:solidFill>
                <a:effectLst/>
                <a:latin typeface="Open Sans" panose="020B0606030504020204" pitchFamily="34" charset="0"/>
              </a:rPr>
              <a:t> Python có thể chạy trên nhiều nền tảng bao gồm Windows, MacOS, Linux,..</a:t>
            </a:r>
          </a:p>
          <a:p>
            <a:r>
              <a:rPr lang="vi-VN" b="1" i="0">
                <a:solidFill>
                  <a:srgbClr val="1B1B1B"/>
                </a:solidFill>
                <a:effectLst/>
                <a:latin typeface="Open Sans" panose="020B0606030504020204" pitchFamily="34" charset="0"/>
              </a:rPr>
              <a:t>Massive Community Support:</a:t>
            </a:r>
            <a:r>
              <a:rPr lang="vi-VN" b="0" i="0">
                <a:solidFill>
                  <a:srgbClr val="1B1B1B"/>
                </a:solidFill>
                <a:effectLst/>
                <a:latin typeface="Open Sans" panose="020B0606030504020204" pitchFamily="34" charset="0"/>
              </a:rPr>
              <a:t> Python có một cộng đồng người dùng khổng lồ luôn hữu ích khi chùng ta gặp phải vấn đề mã hóa</a:t>
            </a:r>
            <a:endParaRPr lang="en-US" b="0" i="0">
              <a:solidFill>
                <a:srgbClr val="1B1B1B"/>
              </a:solidFill>
              <a:effectLst/>
              <a:latin typeface="Open Sans" panose="020B0606030504020204" pitchFamily="34" charset="0"/>
            </a:endParaRPr>
          </a:p>
          <a:p>
            <a:endParaRPr lang="en-US"/>
          </a:p>
        </p:txBody>
      </p:sp>
      <p:sp>
        <p:nvSpPr>
          <p:cNvPr id="4" name="Slide Number Placeholder 3"/>
          <p:cNvSpPr>
            <a:spLocks noGrp="1"/>
          </p:cNvSpPr>
          <p:nvPr>
            <p:ph type="sldNum" sz="quarter" idx="5"/>
          </p:nvPr>
        </p:nvSpPr>
        <p:spPr/>
        <p:txBody>
          <a:bodyPr/>
          <a:lstStyle/>
          <a:p>
            <a:fld id="{8FEAD6D3-E3A6-4306-A906-2CB27FEAA95E}" type="slidenum">
              <a:rPr lang="en-US" smtClean="0"/>
              <a:pPr/>
              <a:t>5</a:t>
            </a:fld>
            <a:endParaRPr lang="en-US"/>
          </a:p>
        </p:txBody>
      </p:sp>
    </p:spTree>
    <p:extLst>
      <p:ext uri="{BB962C8B-B14F-4D97-AF65-F5344CB8AC3E}">
        <p14:creationId xmlns:p14="http://schemas.microsoft.com/office/powerpoint/2010/main" val="376787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8770A1-C9A9-9B4F-823C-AD76C6100878}" type="datetime1">
              <a:rPr lang="en-US" smtClean="0"/>
              <a:pPr/>
              <a:t>17/05/22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84237"/>
          </a:xfrm>
        </p:spPr>
        <p:txBody>
          <a:bodyPr>
            <a:normAutofit/>
          </a:bodyPr>
          <a:lstStyle>
            <a:lvl1pPr>
              <a:defRPr sz="4000" b="1">
                <a:solidFill>
                  <a:schemeClr val="bg1"/>
                </a:solidFill>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b="1" i="0">
                <a:latin typeface="Arial" panose="020B0604020202020204" pitchFamily="34" charset="0"/>
                <a:cs typeface="Arial" panose="020B0604020202020204" pitchFamily="34" charset="0"/>
              </a:defRPr>
            </a:lvl2pPr>
            <a:lvl3pPr>
              <a:defRPr i="0">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4070C66-0A23-5A4D-B4A8-E46FF5C73983}" type="datetime1">
              <a:rPr lang="en-US" smtClean="0"/>
              <a:pPr/>
              <a:t>17/05/22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858000" y="6492073"/>
            <a:ext cx="2133600" cy="365125"/>
          </a:xfrm>
        </p:spPr>
        <p:txBody>
          <a:bodyPr/>
          <a:lstStyle>
            <a:lvl1pPr>
              <a:defRPr sz="1800" b="1">
                <a:solidFill>
                  <a:schemeClr val="tx1"/>
                </a:solidFill>
              </a:defRPr>
            </a:lvl1pPr>
          </a:lstStyle>
          <a:p>
            <a:fld id="{8C13379D-D487-4446-85FC-E9ED5B8B80F6}" type="slidenum">
              <a:rPr lang="en-US" smtClean="0"/>
              <a:pPr/>
              <a:t>‹#›</a:t>
            </a:fld>
            <a:r>
              <a:rPr lang="en-US"/>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966216-CB93-3A4A-8490-3C593237FAC7}" type="datetime1">
              <a:rPr lang="en-US" smtClean="0"/>
              <a:pPr/>
              <a:t>17/05/22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258762"/>
          </a:xfrm>
        </p:spPr>
        <p:txBody>
          <a:bodyPr>
            <a:noAutofit/>
          </a:bodyPr>
          <a:lstStyle>
            <a:lvl1pPr>
              <a:defRPr sz="3600" b="1">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E0CD7D-5104-8342-8709-D45F5E8213B2}" type="datetime1">
              <a:rPr lang="en-US" smtClean="0"/>
              <a:pPr/>
              <a:t>17/05/22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04800"/>
          </a:xfrm>
        </p:spPr>
        <p:txBody>
          <a:bodyPr>
            <a:noAutofit/>
          </a:bodyPr>
          <a:lstStyle>
            <a:lvl1pPr>
              <a:defRPr sz="3600" b="1">
                <a:solidFill>
                  <a:schemeClr val="bg1"/>
                </a:solidFill>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EA64B0-EADB-ED4D-937B-09694FC290C8}" type="datetime1">
              <a:rPr lang="en-US" smtClean="0"/>
              <a:pPr/>
              <a:t>17/05/22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168274"/>
            <a:ext cx="8229600" cy="365125"/>
          </a:xfrm>
        </p:spPr>
        <p:txBody>
          <a:bodyPr>
            <a:normAutofit/>
          </a:bodyPr>
          <a:lstStyle>
            <a:lvl1pPr>
              <a:defRPr sz="3600" b="1">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5843DD4B-3EBB-4F42-BA02-0A9B473B300D}" type="datetime1">
              <a:rPr lang="en-US" smtClean="0"/>
              <a:pPr/>
              <a:t>17/05/22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6234A-DA53-0240-940C-12D888539DF1}" type="datetime1">
              <a:rPr lang="en-US" smtClean="0"/>
              <a:pPr/>
              <a:t>17/05/22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13379D-D487-4446-85FC-E9ED5B8B80F6}" type="slidenum">
              <a:rPr lang="en-US" smtClean="0"/>
              <a:pPr/>
              <a:t>‹#›</a:t>
            </a:fld>
            <a:endParaRPr lang="en-US"/>
          </a:p>
        </p:txBody>
      </p:sp>
      <p:sp>
        <p:nvSpPr>
          <p:cNvPr id="5" name="Title 1">
            <a:extLst>
              <a:ext uri="{FF2B5EF4-FFF2-40B4-BE49-F238E27FC236}">
                <a16:creationId xmlns:a16="http://schemas.microsoft.com/office/drawing/2014/main" id="{AF847286-57A1-4637-9C68-88F40CF1D658}"/>
              </a:ext>
            </a:extLst>
          </p:cNvPr>
          <p:cNvSpPr>
            <a:spLocks noGrp="1"/>
          </p:cNvSpPr>
          <p:nvPr>
            <p:ph type="title"/>
          </p:nvPr>
        </p:nvSpPr>
        <p:spPr>
          <a:xfrm>
            <a:off x="228600" y="168274"/>
            <a:ext cx="8229600" cy="365125"/>
          </a:xfrm>
        </p:spPr>
        <p:txBody>
          <a:bodyPr>
            <a:normAutofit/>
          </a:bodyPr>
          <a:lstStyle>
            <a:lvl1pPr>
              <a:defRPr sz="3600" b="1">
                <a:solidFill>
                  <a:schemeClr val="bg1"/>
                </a:solidFill>
              </a:defRPr>
            </a:lvl1pPr>
          </a:lstStyle>
          <a:p>
            <a:r>
              <a:rPr lang="en-US"/>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287" y="-19050"/>
            <a:ext cx="2855913" cy="781050"/>
          </a:xfrm>
        </p:spPr>
        <p:txBody>
          <a:bodyPr anchor="b"/>
          <a:lstStyle>
            <a:lvl1pPr algn="l">
              <a:defRPr sz="2000" b="1">
                <a:solidFill>
                  <a:srgbClr val="FFFFFF"/>
                </a:solidFill>
              </a:defRPr>
            </a:lvl1pPr>
          </a:lstStyle>
          <a:p>
            <a:r>
              <a:rPr lang="en-US"/>
              <a:t>Click to edit Master title style</a:t>
            </a:r>
          </a:p>
        </p:txBody>
      </p:sp>
      <p:sp>
        <p:nvSpPr>
          <p:cNvPr id="3" name="Content Placeholder 2"/>
          <p:cNvSpPr>
            <a:spLocks noGrp="1"/>
          </p:cNvSpPr>
          <p:nvPr>
            <p:ph idx="1"/>
          </p:nvPr>
        </p:nvSpPr>
        <p:spPr>
          <a:xfrm>
            <a:off x="4032250" y="1143000"/>
            <a:ext cx="4883150" cy="50149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8002D3-A8E9-AD45-B480-859393D80B9E}" type="datetime1">
              <a:rPr lang="en-US" smtClean="0"/>
              <a:pPr/>
              <a:t>17/05/22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14692-4249-2841-83F7-5909CC5ABB91}" type="datetime1">
              <a:rPr lang="en-US" smtClean="0"/>
              <a:pPr/>
              <a:t>17/05/22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2FEB9-758D-5141-9EF9-9346F27AA244}" type="datetime1">
              <a:rPr lang="en-US" smtClean="0"/>
              <a:pPr/>
              <a:t>17/05/22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02D4ED-77D9-3A4F-9990-24065D9BCD74}" type="datetime1">
              <a:rPr lang="en-US" smtClean="0"/>
              <a:pPr/>
              <a:t>17/05/22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890E4-3AFD-2D45-9C35-1BAFAEA880FF}" type="datetime1">
              <a:rPr lang="en-US" smtClean="0"/>
              <a:pPr/>
              <a:t>17/05/22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13379D-D487-4446-85FC-E9ED5B8B80F6}" type="slidenum">
              <a:rPr lang="en-US" smtClean="0"/>
              <a:pPr/>
              <a:t>‹#›</a:t>
            </a:fld>
            <a:endParaRPr lang="en-US"/>
          </a:p>
        </p:txBody>
      </p:sp>
      <p:sp>
        <p:nvSpPr>
          <p:cNvPr id="7" name="Rectangle 6">
            <a:extLst>
              <a:ext uri="{FF2B5EF4-FFF2-40B4-BE49-F238E27FC236}">
                <a16:creationId xmlns:a16="http://schemas.microsoft.com/office/drawing/2014/main" id="{915718B3-4096-46AB-8E69-5C7933D2B704}"/>
              </a:ext>
            </a:extLst>
          </p:cNvPr>
          <p:cNvSpPr/>
          <p:nvPr userDrawn="1"/>
        </p:nvSpPr>
        <p:spPr>
          <a:xfrm>
            <a:off x="0" y="0"/>
            <a:ext cx="9144000" cy="6858000"/>
          </a:xfrm>
          <a:prstGeom prst="rect">
            <a:avLst/>
          </a:prstGeom>
          <a:ln>
            <a:solidFill>
              <a:srgbClr val="33339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B6EA90B6-F572-4F61-B9AC-390CD1761434}"/>
              </a:ext>
            </a:extLst>
          </p:cNvPr>
          <p:cNvSpPr/>
          <p:nvPr userDrawn="1"/>
        </p:nvSpPr>
        <p:spPr>
          <a:xfrm>
            <a:off x="0" y="0"/>
            <a:ext cx="91440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yriad Pro"/>
          <a:ea typeface="+mj-ea"/>
          <a:cs typeface="Myriad Pro"/>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rattle.togaware.com/weatherAUS.csv"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nsethi31/Kaggle-Data-Credit-Card-Fraud-Detection/blob/master/creditcard.csv" TargetMode="External"/><Relationship Id="rId2" Type="http://schemas.openxmlformats.org/officeDocument/2006/relationships/hyperlink" Target="https://datahub.io/machine-learning/creditcard#data" TargetMode="Externa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miai.vn/thu-vien-mi-ai/" TargetMode="External"/><Relationship Id="rId2" Type="http://schemas.openxmlformats.org/officeDocument/2006/relationships/hyperlink" Target="https://vncoder.vn/ai/lap-trinh-ai-bang-python" TargetMode="External"/><Relationship Id="rId1" Type="http://schemas.openxmlformats.org/officeDocument/2006/relationships/slideLayout" Target="../slideLayouts/slideLayout2.xml"/><Relationship Id="rId4" Type="http://schemas.openxmlformats.org/officeDocument/2006/relationships/hyperlink" Target="https://www.anaconda.com/downloa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76200" y="91490"/>
            <a:ext cx="8991600" cy="505267"/>
          </a:xfrm>
          <a:prstGeom prst="rect">
            <a:avLst/>
          </a:prstGeom>
        </p:spPr>
        <p:txBody>
          <a:bodyPr vert="horz" wrap="square" lIns="0" tIns="12700" rIns="0" bIns="0" rtlCol="0">
            <a:spAutoFit/>
          </a:bodyPr>
          <a:lstStyle/>
          <a:p>
            <a:pPr marL="12700">
              <a:lnSpc>
                <a:spcPct val="100000"/>
              </a:lnSpc>
              <a:spcBef>
                <a:spcPts val="100"/>
              </a:spcBef>
              <a:tabLst>
                <a:tab pos="812165" algn="l"/>
              </a:tabLst>
            </a:pPr>
            <a:r>
              <a:rPr lang="en-US" sz="3200"/>
              <a:t>HỌC PHẦN LẬP TRÌNH PYTHON</a:t>
            </a:r>
            <a:endParaRPr sz="3200" dirty="0"/>
          </a:p>
        </p:txBody>
      </p:sp>
      <p:sp>
        <p:nvSpPr>
          <p:cNvPr id="12" name="object 12"/>
          <p:cNvSpPr txBox="1">
            <a:spLocks noGrp="1"/>
          </p:cNvSpPr>
          <p:nvPr>
            <p:ph type="sldNum" sz="quarter" idx="12"/>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a:t>
            </a:fld>
            <a:endParaRPr dirty="0"/>
          </a:p>
        </p:txBody>
      </p:sp>
      <p:sp>
        <p:nvSpPr>
          <p:cNvPr id="6" name="TextBox 5">
            <a:extLst>
              <a:ext uri="{FF2B5EF4-FFF2-40B4-BE49-F238E27FC236}">
                <a16:creationId xmlns:a16="http://schemas.microsoft.com/office/drawing/2014/main" id="{5ADF5B30-AA8A-4C50-AD8E-9E9561A31B47}"/>
              </a:ext>
            </a:extLst>
          </p:cNvPr>
          <p:cNvSpPr txBox="1"/>
          <p:nvPr/>
        </p:nvSpPr>
        <p:spPr>
          <a:xfrm>
            <a:off x="1524000" y="1994792"/>
            <a:ext cx="4876800" cy="584775"/>
          </a:xfrm>
          <a:prstGeom prst="rect">
            <a:avLst/>
          </a:prstGeom>
          <a:noFill/>
        </p:spPr>
        <p:txBody>
          <a:bodyPr wrap="square">
            <a:spAutoFit/>
          </a:bodyPr>
          <a:lstStyle/>
          <a:p>
            <a:pPr algn="ctr"/>
            <a:r>
              <a:rPr lang="vi-VN" sz="3200" b="1">
                <a:solidFill>
                  <a:srgbClr val="C00000"/>
                </a:solidFill>
              </a:rPr>
              <a:t>CHƯƠNG </a:t>
            </a:r>
            <a:r>
              <a:rPr lang="en-US" sz="3200" b="1">
                <a:solidFill>
                  <a:srgbClr val="C00000"/>
                </a:solidFill>
              </a:rPr>
              <a:t>3</a:t>
            </a:r>
            <a:endParaRPr lang="vi-VN" sz="3200" b="1">
              <a:solidFill>
                <a:srgbClr val="C00000"/>
              </a:solidFill>
            </a:endParaRPr>
          </a:p>
        </p:txBody>
      </p:sp>
      <p:sp>
        <p:nvSpPr>
          <p:cNvPr id="8" name="TextBox 7">
            <a:extLst>
              <a:ext uri="{FF2B5EF4-FFF2-40B4-BE49-F238E27FC236}">
                <a16:creationId xmlns:a16="http://schemas.microsoft.com/office/drawing/2014/main" id="{A3027B0F-90DE-48F9-94C6-2C2FECA2A908}"/>
              </a:ext>
            </a:extLst>
          </p:cNvPr>
          <p:cNvSpPr txBox="1"/>
          <p:nvPr/>
        </p:nvSpPr>
        <p:spPr>
          <a:xfrm>
            <a:off x="685800" y="3408215"/>
            <a:ext cx="7010400" cy="1077218"/>
          </a:xfrm>
          <a:prstGeom prst="rect">
            <a:avLst/>
          </a:prstGeom>
          <a:noFill/>
        </p:spPr>
        <p:txBody>
          <a:bodyPr wrap="square">
            <a:spAutoFit/>
          </a:bodyPr>
          <a:lstStyle/>
          <a:p>
            <a:pPr algn="ctr"/>
            <a:r>
              <a:rPr lang="en-US" sz="3200" b="1">
                <a:solidFill>
                  <a:srgbClr val="C00000"/>
                </a:solidFill>
                <a:latin typeface="Aharoni" panose="02010803020104030203" pitchFamily="2" charset="-79"/>
                <a:cs typeface="Aharoni" panose="02010803020104030203" pitchFamily="2" charset="-79"/>
              </a:rPr>
              <a:t>MỘT SỐ LĨNH VỰC ỨNG DỤNG CỦA PYTHON</a:t>
            </a:r>
            <a:endParaRPr lang="vi-VN" sz="3200" b="1">
              <a:solidFill>
                <a:srgbClr val="C00000"/>
              </a:solidFill>
              <a:cs typeface="Aharoni" panose="02010803020104030203" pitchFamily="2" charset="-79"/>
            </a:endParaRPr>
          </a:p>
        </p:txBody>
      </p:sp>
      <p:cxnSp>
        <p:nvCxnSpPr>
          <p:cNvPr id="4" name="Straight Connector 3">
            <a:extLst>
              <a:ext uri="{FF2B5EF4-FFF2-40B4-BE49-F238E27FC236}">
                <a16:creationId xmlns:a16="http://schemas.microsoft.com/office/drawing/2014/main" id="{5CD76142-C743-4DDD-90B9-B7FB62FE3EC2}"/>
              </a:ext>
            </a:extLst>
          </p:cNvPr>
          <p:cNvCxnSpPr/>
          <p:nvPr/>
        </p:nvCxnSpPr>
        <p:spPr>
          <a:xfrm>
            <a:off x="1070382" y="2838451"/>
            <a:ext cx="5867400" cy="0"/>
          </a:xfrm>
          <a:prstGeom prst="line">
            <a:avLst/>
          </a:prstGeom>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6937782" y="864415"/>
            <a:ext cx="1974036" cy="1974036"/>
          </a:xfrm>
          <a:prstGeom prst="rect">
            <a:avLst/>
          </a:prstGeom>
        </p:spPr>
      </p:pic>
      <p:sp>
        <p:nvSpPr>
          <p:cNvPr id="13" name="TextBox 12">
            <a:extLst>
              <a:ext uri="{FF2B5EF4-FFF2-40B4-BE49-F238E27FC236}">
                <a16:creationId xmlns:a16="http://schemas.microsoft.com/office/drawing/2014/main" id="{1C10572C-E287-4537-BEFF-D0B5C09E3256}"/>
              </a:ext>
            </a:extLst>
          </p:cNvPr>
          <p:cNvSpPr txBox="1"/>
          <p:nvPr/>
        </p:nvSpPr>
        <p:spPr>
          <a:xfrm>
            <a:off x="301218" y="6092965"/>
            <a:ext cx="8610600" cy="400110"/>
          </a:xfrm>
          <a:prstGeom prst="rect">
            <a:avLst/>
          </a:prstGeom>
          <a:noFill/>
        </p:spPr>
        <p:txBody>
          <a:bodyPr wrap="square">
            <a:spAutoFit/>
          </a:bodyPr>
          <a:lstStyle/>
          <a:p>
            <a:pPr marL="12700" algn="ctr">
              <a:lnSpc>
                <a:spcPct val="100000"/>
              </a:lnSpc>
              <a:spcBef>
                <a:spcPts val="775"/>
              </a:spcBef>
              <a:buClr>
                <a:srgbClr val="FF5A33"/>
              </a:buClr>
              <a:tabLst>
                <a:tab pos="355600" algn="l"/>
              </a:tabLst>
            </a:pPr>
            <a:r>
              <a:rPr lang="en-US" sz="2000" b="1" spc="-5">
                <a:solidFill>
                  <a:srgbClr val="000099"/>
                </a:solidFill>
                <a:latin typeface="Segoe UI"/>
                <a:cs typeface="Segoe UI"/>
              </a:rPr>
              <a:t>Khoa CNTT – Đại học Kinh doanh và Công Nghệ Hà Nội</a:t>
            </a:r>
          </a:p>
        </p:txBody>
      </p:sp>
    </p:spTree>
    <p:extLst>
      <p:ext uri="{BB962C8B-B14F-4D97-AF65-F5344CB8AC3E}">
        <p14:creationId xmlns:p14="http://schemas.microsoft.com/office/powerpoint/2010/main" val="2902972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228600" y="91490"/>
            <a:ext cx="8839200" cy="505267"/>
          </a:xfrm>
          <a:prstGeom prst="rect">
            <a:avLst/>
          </a:prstGeom>
        </p:spPr>
        <p:txBody>
          <a:bodyPr vert="horz" wrap="square" lIns="0" tIns="12700" rIns="0" bIns="0" rtlCol="0">
            <a:spAutoFit/>
          </a:bodyPr>
          <a:lstStyle/>
          <a:p>
            <a:pPr marL="12700" algn="l">
              <a:lnSpc>
                <a:spcPct val="100000"/>
              </a:lnSpc>
              <a:spcBef>
                <a:spcPts val="100"/>
              </a:spcBef>
              <a:tabLst>
                <a:tab pos="812165" algn="l"/>
              </a:tabLst>
            </a:pPr>
            <a:r>
              <a:rPr lang="en-US" sz="3200"/>
              <a:t>NỘI DUNG</a:t>
            </a:r>
            <a:endParaRPr sz="3200" dirty="0"/>
          </a:p>
        </p:txBody>
      </p:sp>
      <p:sp>
        <p:nvSpPr>
          <p:cNvPr id="12" name="object 12"/>
          <p:cNvSpPr txBox="1">
            <a:spLocks noGrp="1"/>
          </p:cNvSpPr>
          <p:nvPr>
            <p:ph type="sldNum" sz="quarter" idx="12"/>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2</a:t>
            </a:fld>
            <a:endParaRPr dirty="0"/>
          </a:p>
        </p:txBody>
      </p:sp>
      <p:pic>
        <p:nvPicPr>
          <p:cNvPr id="3" name="Picture 2">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6937782" y="864415"/>
            <a:ext cx="1974036" cy="1974036"/>
          </a:xfrm>
          <a:prstGeom prst="rect">
            <a:avLst/>
          </a:prstGeom>
        </p:spPr>
      </p:pic>
      <p:sp>
        <p:nvSpPr>
          <p:cNvPr id="11" name="object 8">
            <a:extLst>
              <a:ext uri="{FF2B5EF4-FFF2-40B4-BE49-F238E27FC236}">
                <a16:creationId xmlns:a16="http://schemas.microsoft.com/office/drawing/2014/main" id="{0DCDDD4B-BA1D-4230-BB2F-6D319623B4A7}"/>
              </a:ext>
            </a:extLst>
          </p:cNvPr>
          <p:cNvSpPr txBox="1"/>
          <p:nvPr/>
        </p:nvSpPr>
        <p:spPr>
          <a:xfrm>
            <a:off x="572770" y="1066800"/>
            <a:ext cx="7998460" cy="1564339"/>
          </a:xfrm>
          <a:prstGeom prst="rect">
            <a:avLst/>
          </a:prstGeom>
        </p:spPr>
        <p:txBody>
          <a:bodyPr vert="horz" wrap="square" lIns="0" tIns="98425" rIns="0" bIns="0" rtlCol="0">
            <a:spAutoFit/>
          </a:bodyPr>
          <a:lstStyle/>
          <a:p>
            <a:pPr marL="355600" indent="-342900">
              <a:lnSpc>
                <a:spcPct val="200000"/>
              </a:lnSpc>
              <a:spcBef>
                <a:spcPts val="775"/>
              </a:spcBef>
              <a:buClr>
                <a:srgbClr val="FF5A33"/>
              </a:buClr>
              <a:buFont typeface="Wingdings"/>
              <a:buChar char=""/>
              <a:tabLst>
                <a:tab pos="355600" algn="l"/>
              </a:tabLst>
            </a:pPr>
            <a:r>
              <a:rPr lang="en-US" sz="2400" b="1" spc="-10">
                <a:latin typeface="Segoe UI"/>
                <a:cs typeface="Segoe UI"/>
              </a:rPr>
              <a:t>Ứng dụng trong khoa học dữ liệu</a:t>
            </a:r>
          </a:p>
          <a:p>
            <a:pPr marL="355600" indent="-342900">
              <a:lnSpc>
                <a:spcPct val="200000"/>
              </a:lnSpc>
              <a:spcBef>
                <a:spcPts val="775"/>
              </a:spcBef>
              <a:buClr>
                <a:srgbClr val="FF5A33"/>
              </a:buClr>
              <a:buFont typeface="Wingdings"/>
              <a:buChar char=""/>
              <a:tabLst>
                <a:tab pos="355600" algn="l"/>
              </a:tabLst>
            </a:pPr>
            <a:r>
              <a:rPr lang="vi-VN" sz="2400" b="1" spc="-10">
                <a:latin typeface="Segoe UI"/>
                <a:cs typeface="Segoe UI"/>
              </a:rPr>
              <a:t>Ứng dụng trong trí tuệ nhân tạo</a:t>
            </a:r>
          </a:p>
        </p:txBody>
      </p:sp>
    </p:spTree>
    <p:extLst>
      <p:ext uri="{BB962C8B-B14F-4D97-AF65-F5344CB8AC3E}">
        <p14:creationId xmlns:p14="http://schemas.microsoft.com/office/powerpoint/2010/main" val="983650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76200" y="122268"/>
            <a:ext cx="8991600" cy="443711"/>
          </a:xfrm>
          <a:prstGeom prst="rect">
            <a:avLst/>
          </a:prstGeom>
        </p:spPr>
        <p:txBody>
          <a:bodyPr vert="horz" wrap="square" lIns="0" tIns="12700" rIns="0" bIns="0" rtlCol="0">
            <a:spAutoFit/>
          </a:bodyPr>
          <a:lstStyle/>
          <a:p>
            <a:pPr marL="12700">
              <a:lnSpc>
                <a:spcPct val="100000"/>
              </a:lnSpc>
              <a:spcBef>
                <a:spcPts val="100"/>
              </a:spcBef>
              <a:tabLst>
                <a:tab pos="812165" algn="l"/>
              </a:tabLst>
            </a:pPr>
            <a:r>
              <a:rPr lang="en-US" sz="2800">
                <a:latin typeface="Times New Roman" panose="02020603050405020304" pitchFamily="18" charset="0"/>
                <a:cs typeface="Times New Roman" panose="02020603050405020304" pitchFamily="18" charset="0"/>
              </a:rPr>
              <a:t>ỨNG DỤNG TRONG TRÍ TUỆ NHÂN TẠO</a:t>
            </a:r>
          </a:p>
        </p:txBody>
      </p:sp>
      <p:sp>
        <p:nvSpPr>
          <p:cNvPr id="12" name="object 12"/>
          <p:cNvSpPr txBox="1">
            <a:spLocks noGrp="1"/>
          </p:cNvSpPr>
          <p:nvPr>
            <p:ph type="sldNum" sz="quarter" idx="12"/>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3</a:t>
            </a:fld>
            <a:endParaRPr dirty="0"/>
          </a:p>
        </p:txBody>
      </p:sp>
      <p:sp>
        <p:nvSpPr>
          <p:cNvPr id="6" name="object 10">
            <a:extLst>
              <a:ext uri="{FF2B5EF4-FFF2-40B4-BE49-F238E27FC236}">
                <a16:creationId xmlns:a16="http://schemas.microsoft.com/office/drawing/2014/main" id="{6D7369DA-091C-43CA-9C14-C854816C811A}"/>
              </a:ext>
            </a:extLst>
          </p:cNvPr>
          <p:cNvSpPr txBox="1"/>
          <p:nvPr/>
        </p:nvSpPr>
        <p:spPr>
          <a:xfrm>
            <a:off x="380999" y="1003221"/>
            <a:ext cx="8382001" cy="6576800"/>
          </a:xfrm>
          <a:prstGeom prst="rect">
            <a:avLst/>
          </a:prstGeom>
        </p:spPr>
        <p:txBody>
          <a:bodyPr vert="horz" wrap="square" lIns="0" tIns="99695" rIns="0" bIns="0" rtlCol="0">
            <a:spAutoFit/>
          </a:bodyPr>
          <a:lstStyle/>
          <a:p>
            <a:pPr marL="355600" indent="-342900">
              <a:lnSpc>
                <a:spcPct val="100000"/>
              </a:lnSpc>
              <a:spcBef>
                <a:spcPts val="785"/>
              </a:spcBef>
              <a:buClr>
                <a:srgbClr val="FF5A33"/>
              </a:buClr>
              <a:buFont typeface="Wingdings"/>
              <a:buChar char=""/>
              <a:tabLst>
                <a:tab pos="355600" algn="l"/>
              </a:tabLst>
            </a:pPr>
            <a:r>
              <a:rPr lang="en-US" sz="2300" spc="-5">
                <a:latin typeface="Segoe UI"/>
                <a:cs typeface="Segoe UI"/>
              </a:rPr>
              <a:t>Tổng quan về trí tuệ nhân tạo</a:t>
            </a:r>
          </a:p>
          <a:p>
            <a:pPr marL="355600" indent="-342900">
              <a:lnSpc>
                <a:spcPct val="100000"/>
              </a:lnSpc>
              <a:spcBef>
                <a:spcPts val="785"/>
              </a:spcBef>
              <a:buClr>
                <a:srgbClr val="FF5A33"/>
              </a:buClr>
              <a:buFont typeface="Wingdings"/>
              <a:buChar char=""/>
              <a:tabLst>
                <a:tab pos="355600" algn="l"/>
              </a:tabLst>
            </a:pPr>
            <a:r>
              <a:rPr lang="en-US" sz="2300" spc="-5">
                <a:latin typeface="Segoe UI"/>
                <a:cs typeface="Segoe UI"/>
              </a:rPr>
              <a:t>Machine Learning (học máy)</a:t>
            </a:r>
            <a:endParaRPr sz="2300">
              <a:latin typeface="Segoe UI"/>
              <a:cs typeface="Segoe UI"/>
            </a:endParaRPr>
          </a:p>
          <a:p>
            <a:pPr marL="756285" lvl="1" indent="-286385">
              <a:lnSpc>
                <a:spcPct val="100000"/>
              </a:lnSpc>
              <a:spcBef>
                <a:spcPts val="580"/>
              </a:spcBef>
              <a:buClr>
                <a:srgbClr val="FF5A33"/>
              </a:buClr>
              <a:buFont typeface="Wingdings"/>
              <a:buChar char=""/>
              <a:tabLst>
                <a:tab pos="756920" algn="l"/>
              </a:tabLst>
            </a:pPr>
            <a:r>
              <a:rPr lang="en-US" sz="2300" spc="-55">
                <a:latin typeface="Segoe UI"/>
                <a:cs typeface="Segoe UI"/>
              </a:rPr>
              <a:t>Tổng quan về </a:t>
            </a:r>
            <a:r>
              <a:rPr lang="en-US" sz="2300" spc="-5">
                <a:latin typeface="Segoe UI"/>
                <a:cs typeface="Segoe UI"/>
              </a:rPr>
              <a:t>Machine Learning </a:t>
            </a:r>
            <a:endParaRPr sz="2300">
              <a:latin typeface="Segoe UI"/>
              <a:cs typeface="Segoe UI"/>
            </a:endParaRPr>
          </a:p>
          <a:p>
            <a:pPr marL="756285" lvl="1" indent="-286385">
              <a:lnSpc>
                <a:spcPct val="100000"/>
              </a:lnSpc>
              <a:spcBef>
                <a:spcPts val="575"/>
              </a:spcBef>
              <a:buClr>
                <a:srgbClr val="FF5A33"/>
              </a:buClr>
              <a:buFont typeface="Wingdings"/>
              <a:buChar char=""/>
              <a:tabLst>
                <a:tab pos="756920" algn="l"/>
              </a:tabLst>
            </a:pPr>
            <a:r>
              <a:rPr lang="en-US" sz="2300" spc="-5">
                <a:latin typeface="Segoe UI"/>
                <a:cs typeface="Segoe UI"/>
              </a:rPr>
              <a:t>Ví dụ: Lập trình Python cho mô hình Machine Learning </a:t>
            </a:r>
          </a:p>
          <a:p>
            <a:pPr marL="355600" indent="-342900">
              <a:spcBef>
                <a:spcPts val="785"/>
              </a:spcBef>
              <a:buClr>
                <a:srgbClr val="FF5A33"/>
              </a:buClr>
              <a:buFont typeface="Wingdings"/>
              <a:buChar char=""/>
              <a:tabLst>
                <a:tab pos="355600" algn="l"/>
              </a:tabLst>
            </a:pPr>
            <a:r>
              <a:rPr lang="en-US" sz="2300" spc="-5">
                <a:latin typeface="Segoe UI"/>
                <a:cs typeface="Segoe UI"/>
              </a:rPr>
              <a:t>Deep Learning  (</a:t>
            </a:r>
            <a:r>
              <a:rPr lang="en-US" sz="2300" spc="-55">
                <a:latin typeface="Segoe UI"/>
                <a:cs typeface="Segoe UI"/>
              </a:rPr>
              <a:t>học sâu)</a:t>
            </a:r>
            <a:endParaRPr lang="en-US" sz="2300" spc="-5">
              <a:latin typeface="Segoe UI"/>
              <a:cs typeface="Segoe UI"/>
            </a:endParaRPr>
          </a:p>
          <a:p>
            <a:pPr marL="756285" lvl="1" indent="-286385">
              <a:spcBef>
                <a:spcPts val="580"/>
              </a:spcBef>
              <a:buClr>
                <a:srgbClr val="FF5A33"/>
              </a:buClr>
              <a:buFont typeface="Wingdings"/>
              <a:buChar char=""/>
              <a:tabLst>
                <a:tab pos="756920" algn="l"/>
              </a:tabLst>
            </a:pPr>
            <a:r>
              <a:rPr lang="en-US" sz="2300" spc="-55">
                <a:latin typeface="Segoe UI"/>
                <a:cs typeface="Segoe UI"/>
              </a:rPr>
              <a:t>Tổng quan về </a:t>
            </a:r>
            <a:r>
              <a:rPr lang="en-US" sz="2300" spc="-5">
                <a:latin typeface="Segoe UI"/>
                <a:cs typeface="Segoe UI"/>
              </a:rPr>
              <a:t>Deep Learning</a:t>
            </a:r>
            <a:endParaRPr lang="en-US" sz="2300" spc="-55">
              <a:latin typeface="Segoe UI"/>
              <a:cs typeface="Segoe UI"/>
            </a:endParaRPr>
          </a:p>
          <a:p>
            <a:pPr marL="756285" lvl="1" indent="-286385">
              <a:spcBef>
                <a:spcPts val="580"/>
              </a:spcBef>
              <a:buClr>
                <a:srgbClr val="FF5A33"/>
              </a:buClr>
              <a:buFont typeface="Wingdings"/>
              <a:buChar char=""/>
              <a:tabLst>
                <a:tab pos="756920" algn="l"/>
              </a:tabLst>
            </a:pPr>
            <a:r>
              <a:rPr lang="en-US" sz="2300" spc="-5">
                <a:latin typeface="Segoe UI"/>
                <a:cs typeface="Segoe UI"/>
              </a:rPr>
              <a:t>Ví dụ: Lập trình Python cho mô hình Deep Learning</a:t>
            </a:r>
          </a:p>
          <a:p>
            <a:pPr marL="355600" indent="-342900">
              <a:spcBef>
                <a:spcPts val="785"/>
              </a:spcBef>
              <a:buClr>
                <a:srgbClr val="FF5A33"/>
              </a:buClr>
              <a:buFont typeface="Wingdings"/>
              <a:buChar char=""/>
              <a:tabLst>
                <a:tab pos="355600" algn="l"/>
              </a:tabLst>
            </a:pPr>
            <a:r>
              <a:rPr lang="en-US" sz="2300" spc="-5">
                <a:latin typeface="Segoe UI"/>
                <a:cs typeface="Segoe UI"/>
              </a:rPr>
              <a:t>Giới thiệu các thư viện cho AI và cách cài đặt</a:t>
            </a:r>
          </a:p>
          <a:p>
            <a:pPr marL="756285" lvl="1" indent="-286385">
              <a:lnSpc>
                <a:spcPct val="100000"/>
              </a:lnSpc>
              <a:spcBef>
                <a:spcPts val="580"/>
              </a:spcBef>
              <a:buClr>
                <a:srgbClr val="FF5A33"/>
              </a:buClr>
              <a:buFont typeface="Wingdings"/>
              <a:buChar char=""/>
              <a:tabLst>
                <a:tab pos="756920" algn="l"/>
              </a:tabLst>
            </a:pPr>
            <a:r>
              <a:rPr lang="en-US" sz="2300" spc="-55">
                <a:latin typeface="Segoe UI"/>
                <a:cs typeface="Segoe UI"/>
              </a:rPr>
              <a:t>Thư viện Keras</a:t>
            </a:r>
          </a:p>
          <a:p>
            <a:pPr marL="756285" lvl="1" indent="-286385">
              <a:spcBef>
                <a:spcPts val="580"/>
              </a:spcBef>
              <a:buClr>
                <a:srgbClr val="FF5A33"/>
              </a:buClr>
              <a:buFont typeface="Wingdings"/>
              <a:buChar char=""/>
              <a:tabLst>
                <a:tab pos="756920" algn="l"/>
              </a:tabLst>
            </a:pPr>
            <a:r>
              <a:rPr lang="en-US" sz="2300" spc="-55">
                <a:latin typeface="Segoe UI"/>
                <a:cs typeface="Segoe UI"/>
              </a:rPr>
              <a:t>Thư viện TensorFlow</a:t>
            </a:r>
          </a:p>
          <a:p>
            <a:pPr marL="756285" lvl="1" indent="-286385">
              <a:spcBef>
                <a:spcPts val="580"/>
              </a:spcBef>
              <a:buClr>
                <a:srgbClr val="FF5A33"/>
              </a:buClr>
              <a:buFont typeface="Wingdings"/>
              <a:buChar char=""/>
              <a:tabLst>
                <a:tab pos="756920" algn="l"/>
              </a:tabLst>
            </a:pPr>
            <a:r>
              <a:rPr lang="en-US" sz="2300" spc="-55">
                <a:latin typeface="Segoe UI"/>
                <a:cs typeface="Segoe UI"/>
              </a:rPr>
              <a:t>Thư viện Theano </a:t>
            </a:r>
          </a:p>
          <a:p>
            <a:pPr marL="469900" lvl="1">
              <a:lnSpc>
                <a:spcPct val="100000"/>
              </a:lnSpc>
              <a:spcBef>
                <a:spcPts val="575"/>
              </a:spcBef>
              <a:buClr>
                <a:srgbClr val="FF5A33"/>
              </a:buClr>
              <a:tabLst>
                <a:tab pos="756920" algn="l"/>
              </a:tabLst>
            </a:pPr>
            <a:endParaRPr lang="en-US" sz="2300" spc="-5">
              <a:latin typeface="Segoe UI"/>
              <a:cs typeface="Segoe UI"/>
            </a:endParaRPr>
          </a:p>
          <a:p>
            <a:pPr marL="756285" lvl="1" indent="-286385">
              <a:lnSpc>
                <a:spcPct val="100000"/>
              </a:lnSpc>
              <a:spcBef>
                <a:spcPts val="575"/>
              </a:spcBef>
              <a:buClr>
                <a:srgbClr val="FF5A33"/>
              </a:buClr>
              <a:buFont typeface="Wingdings"/>
              <a:buChar char=""/>
              <a:tabLst>
                <a:tab pos="756920" algn="l"/>
              </a:tabLst>
            </a:pPr>
            <a:endParaRPr lang="en-US" sz="2300">
              <a:latin typeface="Segoe UI"/>
              <a:cs typeface="Segoe UI"/>
            </a:endParaRPr>
          </a:p>
          <a:p>
            <a:pPr marL="756285" lvl="1" indent="-286385">
              <a:lnSpc>
                <a:spcPct val="100000"/>
              </a:lnSpc>
              <a:spcBef>
                <a:spcPts val="575"/>
              </a:spcBef>
              <a:buClr>
                <a:srgbClr val="FF5A33"/>
              </a:buClr>
              <a:buFont typeface="Wingdings"/>
              <a:buChar char=""/>
              <a:tabLst>
                <a:tab pos="756920" algn="l"/>
              </a:tabLst>
            </a:pPr>
            <a:endParaRPr sz="2300">
              <a:latin typeface="Segoe UI"/>
              <a:cs typeface="Segoe UI"/>
            </a:endParaRPr>
          </a:p>
          <a:p>
            <a:pPr marL="355600" indent="-342900">
              <a:lnSpc>
                <a:spcPct val="100000"/>
              </a:lnSpc>
              <a:spcBef>
                <a:spcPts val="660"/>
              </a:spcBef>
              <a:buClr>
                <a:srgbClr val="FF5A33"/>
              </a:buClr>
              <a:buFont typeface="Wingdings"/>
              <a:buChar char=""/>
              <a:tabLst>
                <a:tab pos="355600" algn="l"/>
              </a:tabLst>
            </a:pPr>
            <a:endParaRPr sz="2300">
              <a:latin typeface="Segoe UI"/>
              <a:cs typeface="Segoe UI"/>
            </a:endParaRPr>
          </a:p>
        </p:txBody>
      </p:sp>
      <p:sp>
        <p:nvSpPr>
          <p:cNvPr id="7" name="object 10">
            <a:extLst>
              <a:ext uri="{FF2B5EF4-FFF2-40B4-BE49-F238E27FC236}">
                <a16:creationId xmlns:a16="http://schemas.microsoft.com/office/drawing/2014/main" id="{B62BDA05-5E89-4D06-9EE5-EAE1D7B58068}"/>
              </a:ext>
            </a:extLst>
          </p:cNvPr>
          <p:cNvSpPr txBox="1"/>
          <p:nvPr/>
        </p:nvSpPr>
        <p:spPr>
          <a:xfrm>
            <a:off x="380998" y="3657600"/>
            <a:ext cx="8382001" cy="898323"/>
          </a:xfrm>
          <a:prstGeom prst="rect">
            <a:avLst/>
          </a:prstGeom>
        </p:spPr>
        <p:txBody>
          <a:bodyPr vert="horz" wrap="square" lIns="0" tIns="99695" rIns="0" bIns="0" rtlCol="0">
            <a:spAutoFit/>
          </a:bodyPr>
          <a:lstStyle/>
          <a:p>
            <a:pPr marL="756285" lvl="1" indent="-286385">
              <a:lnSpc>
                <a:spcPct val="100000"/>
              </a:lnSpc>
              <a:spcBef>
                <a:spcPts val="575"/>
              </a:spcBef>
              <a:buClr>
                <a:srgbClr val="FF5A33"/>
              </a:buClr>
              <a:buFont typeface="Wingdings"/>
              <a:buChar char=""/>
              <a:tabLst>
                <a:tab pos="756920" algn="l"/>
              </a:tabLst>
            </a:pPr>
            <a:endParaRPr sz="2300">
              <a:latin typeface="Segoe UI"/>
              <a:cs typeface="Segoe UI"/>
            </a:endParaRPr>
          </a:p>
          <a:p>
            <a:pPr marL="355600" indent="-342900">
              <a:lnSpc>
                <a:spcPct val="100000"/>
              </a:lnSpc>
              <a:spcBef>
                <a:spcPts val="660"/>
              </a:spcBef>
              <a:buClr>
                <a:srgbClr val="FF5A33"/>
              </a:buClr>
              <a:buFont typeface="Wingdings"/>
              <a:buChar char=""/>
              <a:tabLst>
                <a:tab pos="355600" algn="l"/>
              </a:tabLst>
            </a:pPr>
            <a:endParaRPr sz="2300">
              <a:latin typeface="Segoe UI"/>
              <a:cs typeface="Segoe UI"/>
            </a:endParaRPr>
          </a:p>
        </p:txBody>
      </p:sp>
    </p:spTree>
    <p:extLst>
      <p:ext uri="{BB962C8B-B14F-4D97-AF65-F5344CB8AC3E}">
        <p14:creationId xmlns:p14="http://schemas.microsoft.com/office/powerpoint/2010/main" val="323527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p:txBody>
          <a:bodyPr/>
          <a:lstStyle/>
          <a:p>
            <a:r>
              <a:rPr lang="en-US"/>
              <a:t>Trí tuệ nhân tạo là gì?</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304800" y="990600"/>
            <a:ext cx="8534400" cy="4525963"/>
          </a:xfrm>
        </p:spPr>
        <p:txBody>
          <a:bodyPr>
            <a:noAutofit/>
          </a:bodyPr>
          <a:lstStyle/>
          <a:p>
            <a:pPr algn="just"/>
            <a:r>
              <a:rPr lang="vi-VN" sz="2400" b="0">
                <a:latin typeface="+mj-lt"/>
              </a:rPr>
              <a:t>Thuật ngữ Trí tuệ nhân tạo</a:t>
            </a:r>
            <a:r>
              <a:rPr lang="en-US" sz="2400" b="0">
                <a:latin typeface="+mj-lt"/>
              </a:rPr>
              <a:t> </a:t>
            </a:r>
            <a:r>
              <a:rPr lang="en-US" sz="2400" b="0">
                <a:latin typeface="Times New Roman" panose="02020603050405020304" pitchFamily="18" charset="0"/>
                <a:cs typeface="Times New Roman" panose="02020603050405020304" pitchFamily="18" charset="0"/>
              </a:rPr>
              <a:t>(artificial intelligence  -AI)</a:t>
            </a:r>
            <a:r>
              <a:rPr lang="vi-VN" sz="2400" b="0">
                <a:latin typeface="Times New Roman" panose="02020603050405020304" pitchFamily="18" charset="0"/>
                <a:cs typeface="Times New Roman" panose="02020603050405020304" pitchFamily="18" charset="0"/>
              </a:rPr>
              <a:t> lần </a:t>
            </a:r>
            <a:r>
              <a:rPr lang="vi-VN" sz="2400" b="0">
                <a:latin typeface="+mj-lt"/>
              </a:rPr>
              <a:t>đầu tiên được đặt ra từ nhiều thập kỷ trước vào năm 1956 bởi John McCarthy tại hội nghị Dartmouth. Ông định nghĩa AI là:</a:t>
            </a:r>
            <a:endParaRPr lang="en-US" sz="2400" b="0">
              <a:latin typeface="+mj-lt"/>
            </a:endParaRPr>
          </a:p>
          <a:p>
            <a:pPr marL="0" indent="0" algn="just">
              <a:buNone/>
            </a:pPr>
            <a:r>
              <a:rPr lang="en-US" sz="2400" b="0">
                <a:latin typeface="+mj-lt"/>
              </a:rPr>
              <a:t>     </a:t>
            </a:r>
            <a:r>
              <a:rPr lang="vi-VN" sz="2400" b="0">
                <a:latin typeface="+mj-lt"/>
              </a:rPr>
              <a:t>“The science and engineering of making intelligent machines.”</a:t>
            </a:r>
            <a:endParaRPr lang="en-US" sz="2400" b="0">
              <a:latin typeface="+mj-lt"/>
            </a:endParaRPr>
          </a:p>
          <a:p>
            <a:pPr marL="0" indent="0" algn="just">
              <a:buNone/>
            </a:pPr>
            <a:r>
              <a:rPr lang="en-US" sz="2400" b="0">
                <a:latin typeface="+mj-lt"/>
              </a:rPr>
              <a:t>      </a:t>
            </a:r>
            <a:r>
              <a:rPr lang="vi-VN" sz="2400" b="0">
                <a:latin typeface="+mj-lt"/>
              </a:rPr>
              <a:t>Có nghĩa là</a:t>
            </a:r>
            <a:r>
              <a:rPr lang="vi-VN" sz="2400" b="0" i="1">
                <a:latin typeface="+mj-lt"/>
              </a:rPr>
              <a:t>: Khoa học và kỹ thuật chế tạo máy móc thông minh</a:t>
            </a:r>
            <a:r>
              <a:rPr lang="vi-VN" sz="2400" b="0">
                <a:latin typeface="+mj-lt"/>
              </a:rPr>
              <a:t>.</a:t>
            </a:r>
          </a:p>
          <a:p>
            <a:pPr algn="just"/>
            <a:r>
              <a:rPr lang="vi-VN" sz="2400" b="0">
                <a:latin typeface="+mj-lt"/>
              </a:rPr>
              <a:t>Nói cách khác, Trí tuệ nhân tạo là khoa học giúp máy móc suy nghĩ và đưa ra quyết định như con người.</a:t>
            </a:r>
            <a:endParaRPr lang="en-US" sz="2400" b="0">
              <a:latin typeface="+mj-lt"/>
            </a:endParaRPr>
          </a:p>
          <a:p>
            <a:pPr algn="just"/>
            <a:r>
              <a:rPr lang="vi-VN" sz="2400" b="0" i="0">
                <a:solidFill>
                  <a:srgbClr val="1B1B1B"/>
                </a:solidFill>
                <a:effectLst/>
                <a:latin typeface="+mj-lt"/>
              </a:rPr>
              <a:t>AI đã có thể thực hiện điều này bằng cách tạo ra các máy móc và robot đã được sử dụng trong nhiều lĩnh vực bao gồm chăm sóc sức khỏe, robot, tiếp thị, phân tích kinh doanh và nhiều hơn nữa.</a:t>
            </a:r>
            <a:endParaRPr lang="en-US" sz="2400" b="0">
              <a:latin typeface="+mj-lt"/>
            </a:endParaRPr>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4</a:t>
            </a:fld>
            <a:r>
              <a:rPr lang="en-US"/>
              <a:t>/</a:t>
            </a:r>
          </a:p>
        </p:txBody>
      </p:sp>
    </p:spTree>
    <p:extLst>
      <p:ext uri="{BB962C8B-B14F-4D97-AF65-F5344CB8AC3E}">
        <p14:creationId xmlns:p14="http://schemas.microsoft.com/office/powerpoint/2010/main" val="2820294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304800" y="838200"/>
            <a:ext cx="8534400" cy="5486400"/>
          </a:xfrm>
        </p:spPr>
        <p:txBody>
          <a:bodyPr>
            <a:noAutofit/>
          </a:bodyPr>
          <a:lstStyle/>
          <a:p>
            <a:pPr algn="just">
              <a:buClr>
                <a:srgbClr val="FF0000"/>
              </a:buClr>
              <a:buFont typeface="Wingdings" panose="05000000000000000000" pitchFamily="2" charset="2"/>
              <a:buChar char="q"/>
            </a:pPr>
            <a:r>
              <a:rPr lang="vi-VN" sz="2300" b="0" spc="-5">
                <a:latin typeface="Segoe UI"/>
                <a:cs typeface="Segoe UI"/>
              </a:rPr>
              <a:t> </a:t>
            </a:r>
            <a:r>
              <a:rPr lang="en-US" sz="2300" b="0" spc="-5">
                <a:latin typeface="Segoe UI"/>
                <a:cs typeface="Segoe UI"/>
              </a:rPr>
              <a:t>AI là </a:t>
            </a:r>
            <a:r>
              <a:rPr lang="vi-VN" sz="2300" b="0" spc="-5">
                <a:latin typeface="Segoe UI"/>
                <a:cs typeface="Segoe UI"/>
              </a:rPr>
              <a:t>một lĩnh vực rộng lớn bao gồm</a:t>
            </a:r>
            <a:r>
              <a:rPr lang="en-US" sz="2300" b="0" spc="-5">
                <a:latin typeface="Segoe UI"/>
                <a:cs typeface="Segoe UI"/>
              </a:rPr>
              <a:t>: </a:t>
            </a:r>
            <a:r>
              <a:rPr lang="vi-VN" sz="2300" b="0" spc="-5">
                <a:latin typeface="Segoe UI"/>
                <a:cs typeface="Segoe UI"/>
              </a:rPr>
              <a:t>Xử lý ngôn ngữ tự nhiên (NLP), phát hiện đối tượng, thị giác máy tính, robot, hệ thống chuyên gia,...</a:t>
            </a:r>
            <a:endParaRPr lang="en-US" sz="2300" b="0" spc="-5">
              <a:latin typeface="Segoe UI"/>
              <a:cs typeface="Segoe UI"/>
            </a:endParaRPr>
          </a:p>
          <a:p>
            <a:pPr algn="just">
              <a:buClr>
                <a:srgbClr val="FF0000"/>
              </a:buClr>
              <a:buFont typeface="Wingdings" panose="05000000000000000000" pitchFamily="2" charset="2"/>
              <a:buChar char="q"/>
            </a:pPr>
            <a:r>
              <a:rPr lang="en-US" sz="2300" b="0" spc="-5">
                <a:latin typeface="Segoe UI"/>
                <a:cs typeface="Segoe UI"/>
              </a:rPr>
              <a:t>Tại sao Python là tốt nhất cho AI</a:t>
            </a:r>
          </a:p>
          <a:p>
            <a:pPr marL="0" indent="0" algn="just">
              <a:buClr>
                <a:srgbClr val="FF0000"/>
              </a:buClr>
              <a:buNone/>
            </a:pPr>
            <a:endParaRPr lang="en-US" sz="2300" b="0" spc="-5">
              <a:latin typeface="Segoe UI"/>
              <a:cs typeface="Segoe UI"/>
            </a:endParaRPr>
          </a:p>
          <a:p>
            <a:pPr marL="0" indent="0" algn="just">
              <a:buNone/>
            </a:pPr>
            <a:endParaRPr lang="en-US" sz="2300" b="0" spc="-5">
              <a:latin typeface="Segoe UI"/>
              <a:cs typeface="Segoe UI"/>
            </a:endParaRPr>
          </a:p>
          <a:p>
            <a:pPr marL="0" indent="0" algn="just">
              <a:buNone/>
            </a:pPr>
            <a:endParaRPr lang="vi-VN" sz="2400" b="0">
              <a:latin typeface="+mj-lt"/>
            </a:endParaRPr>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5</a:t>
            </a:fld>
            <a:r>
              <a:rPr lang="en-US"/>
              <a:t>/</a:t>
            </a:r>
          </a:p>
        </p:txBody>
      </p:sp>
      <p:sp>
        <p:nvSpPr>
          <p:cNvPr id="6" name="Title 5">
            <a:extLst>
              <a:ext uri="{FF2B5EF4-FFF2-40B4-BE49-F238E27FC236}">
                <a16:creationId xmlns:a16="http://schemas.microsoft.com/office/drawing/2014/main" id="{132371A2-F1DD-6582-6560-D6825C9153FB}"/>
              </a:ext>
            </a:extLst>
          </p:cNvPr>
          <p:cNvSpPr>
            <a:spLocks noGrp="1"/>
          </p:cNvSpPr>
          <p:nvPr>
            <p:ph type="title"/>
          </p:nvPr>
        </p:nvSpPr>
        <p:spPr/>
        <p:txBody>
          <a:bodyPr>
            <a:noAutofit/>
          </a:bodyPr>
          <a:lstStyle/>
          <a:p>
            <a:r>
              <a:rPr lang="en-US" sz="3200"/>
              <a:t>Python cho AI</a:t>
            </a:r>
          </a:p>
        </p:txBody>
      </p:sp>
      <p:pic>
        <p:nvPicPr>
          <p:cNvPr id="5" name="Picture 4">
            <a:extLst>
              <a:ext uri="{FF2B5EF4-FFF2-40B4-BE49-F238E27FC236}">
                <a16:creationId xmlns:a16="http://schemas.microsoft.com/office/drawing/2014/main" id="{EFA962D8-34E1-EF5D-A30E-8F49403DE72B}"/>
              </a:ext>
            </a:extLst>
          </p:cNvPr>
          <p:cNvPicPr>
            <a:picLocks noChangeAspect="1"/>
          </p:cNvPicPr>
          <p:nvPr/>
        </p:nvPicPr>
        <p:blipFill>
          <a:blip r:embed="rId3"/>
          <a:stretch>
            <a:fillRect/>
          </a:stretch>
        </p:blipFill>
        <p:spPr>
          <a:xfrm>
            <a:off x="857250" y="2596348"/>
            <a:ext cx="7429500" cy="3895725"/>
          </a:xfrm>
          <a:prstGeom prst="rect">
            <a:avLst/>
          </a:prstGeom>
        </p:spPr>
      </p:pic>
    </p:spTree>
    <p:extLst>
      <p:ext uri="{BB962C8B-B14F-4D97-AF65-F5344CB8AC3E}">
        <p14:creationId xmlns:p14="http://schemas.microsoft.com/office/powerpoint/2010/main" val="658206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p:txBody>
          <a:bodyPr/>
          <a:lstStyle/>
          <a:p>
            <a:pPr algn="l"/>
            <a:r>
              <a:rPr lang="en-US" b="1" i="0">
                <a:effectLst/>
                <a:latin typeface="Open Sans" panose="020B0606030504020204" pitchFamily="34" charset="0"/>
              </a:rPr>
              <a:t>Phân loại AI</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457200" y="910827"/>
            <a:ext cx="8229600" cy="2186782"/>
          </a:xfrm>
        </p:spPr>
        <p:txBody>
          <a:bodyPr>
            <a:noAutofit/>
          </a:bodyPr>
          <a:lstStyle/>
          <a:p>
            <a:pPr marL="0" indent="0" algn="just">
              <a:buNone/>
            </a:pPr>
            <a:r>
              <a:rPr lang="vi-VN" sz="2400" b="0"/>
              <a:t>AI được cấu trúc theo ba giai đoạn tiến hóa:</a:t>
            </a:r>
          </a:p>
          <a:p>
            <a:pPr algn="just"/>
            <a:r>
              <a:rPr lang="vi-VN" sz="2400" b="0"/>
              <a:t>Artificial Narrow Intelligence (Trí tuệ nhân tạo hẹp)</a:t>
            </a:r>
            <a:endParaRPr lang="en-US" sz="2400" b="0"/>
          </a:p>
          <a:p>
            <a:pPr lvl="1" algn="just"/>
            <a:r>
              <a:rPr lang="en-US" sz="2000" b="0" i="1">
                <a:solidFill>
                  <a:srgbClr val="1B1B1B"/>
                </a:solidFill>
                <a:effectLst/>
                <a:latin typeface="Open Sans" panose="020B0606030504020204" pitchFamily="34" charset="0"/>
              </a:rPr>
              <a:t>chỉ áp dụng AI cho các nhiệm vụ cụ thể</a:t>
            </a:r>
            <a:endParaRPr lang="vi-VN" sz="3200" b="0"/>
          </a:p>
          <a:p>
            <a:pPr algn="just"/>
            <a:r>
              <a:rPr lang="vi-VN" sz="2400" b="0"/>
              <a:t>Artificial General Intelligence (Trí tuệ tổng hợp nhân tạo)</a:t>
            </a:r>
            <a:endParaRPr lang="en-US" sz="2400" b="0"/>
          </a:p>
          <a:p>
            <a:pPr lvl="1" algn="just"/>
            <a:r>
              <a:rPr lang="vi-VN" sz="1800" b="0" i="1">
                <a:solidFill>
                  <a:srgbClr val="1B1B1B"/>
                </a:solidFill>
                <a:latin typeface="Open Sans" panose="020B0606030504020204" pitchFamily="34" charset="0"/>
              </a:rPr>
              <a:t>khả năng thực hiện bất kỳ nhiệm vụ trí tuệ nào mà con người có thể</a:t>
            </a:r>
          </a:p>
          <a:p>
            <a:pPr algn="just"/>
            <a:r>
              <a:rPr lang="vi-VN" sz="2400" b="0"/>
              <a:t>Artificial Super Intelligence (Siêu trí tuệ nhân tạo)</a:t>
            </a:r>
            <a:endParaRPr lang="en-US" sz="2400" b="0"/>
          </a:p>
          <a:p>
            <a:pPr lvl="1" algn="just"/>
            <a:r>
              <a:rPr lang="vi-VN" sz="1800" b="0" i="1">
                <a:solidFill>
                  <a:srgbClr val="1B1B1B"/>
                </a:solidFill>
                <a:effectLst/>
                <a:latin typeface="Open Sans" panose="020B0606030504020204" pitchFamily="34" charset="0"/>
              </a:rPr>
              <a:t>khả năng của máy tính sẽ vượt qua con ngườ</a:t>
            </a:r>
            <a:r>
              <a:rPr lang="en-US" sz="1800" b="0" i="1">
                <a:solidFill>
                  <a:srgbClr val="1B1B1B"/>
                </a:solidFill>
                <a:effectLst/>
                <a:latin typeface="Open Sans" panose="020B0606030504020204" pitchFamily="34" charset="0"/>
              </a:rPr>
              <a:t>i</a:t>
            </a:r>
            <a:endParaRPr lang="en-US" b="0"/>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6</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a:extLst>
              <a:ext uri="{FF2B5EF4-FFF2-40B4-BE49-F238E27FC236}">
                <a16:creationId xmlns:a16="http://schemas.microsoft.com/office/drawing/2014/main" id="{AB18F5ED-EBED-456D-8621-37580AAB4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7" y="3714500"/>
            <a:ext cx="7400925"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868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2400" b="1" i="0">
                <a:effectLst/>
                <a:latin typeface="Open Sans" panose="020B0606030504020204" pitchFamily="34" charset="0"/>
              </a:rPr>
              <a:t>So sánh AI, ML </a:t>
            </a:r>
            <a:r>
              <a:rPr lang="en-US" sz="2400">
                <a:latin typeface="Open Sans" panose="020B0606030504020204" pitchFamily="34" charset="0"/>
              </a:rPr>
              <a:t>và</a:t>
            </a:r>
            <a:r>
              <a:rPr lang="en-US" sz="2400" b="1" i="0">
                <a:effectLst/>
                <a:latin typeface="Open Sans" panose="020B0606030504020204" pitchFamily="34" charset="0"/>
              </a:rPr>
              <a:t> DL (Artificial Intelligence vs Machine Learning vs Deep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5943" y="1002811"/>
            <a:ext cx="8821057" cy="5581246"/>
          </a:xfrm>
        </p:spPr>
        <p:txBody>
          <a:bodyPr>
            <a:noAutofit/>
          </a:bodyPr>
          <a:lstStyle/>
          <a:p>
            <a:pPr algn="just">
              <a:lnSpc>
                <a:spcPct val="120000"/>
              </a:lnSpc>
            </a:pPr>
            <a:r>
              <a:rPr lang="vi-VN" sz="2400" b="0">
                <a:solidFill>
                  <a:srgbClr val="FF0000"/>
                </a:solidFill>
              </a:rPr>
              <a:t>AI</a:t>
            </a:r>
            <a:r>
              <a:rPr lang="vi-VN" sz="2400" b="0"/>
              <a:t> là khoa học giúp máy </a:t>
            </a:r>
            <a:endParaRPr lang="en-US" sz="2400" b="0"/>
          </a:p>
          <a:p>
            <a:pPr marL="0" indent="0" algn="just">
              <a:lnSpc>
                <a:spcPct val="120000"/>
              </a:lnSpc>
              <a:buNone/>
            </a:pPr>
            <a:r>
              <a:rPr lang="en-US" sz="2400" b="0"/>
              <a:t>    </a:t>
            </a:r>
            <a:r>
              <a:rPr lang="vi-VN" sz="2400" b="0"/>
              <a:t>móc bắt chước hành vi của </a:t>
            </a:r>
            <a:endParaRPr lang="en-US" sz="2400" b="0"/>
          </a:p>
          <a:p>
            <a:pPr marL="0" indent="0" algn="just">
              <a:lnSpc>
                <a:spcPct val="120000"/>
              </a:lnSpc>
              <a:buNone/>
            </a:pPr>
            <a:r>
              <a:rPr lang="en-US" sz="2400" b="0"/>
              <a:t>    </a:t>
            </a:r>
            <a:r>
              <a:rPr lang="vi-VN" sz="2400" b="0"/>
              <a:t>con người.</a:t>
            </a:r>
            <a:endParaRPr lang="en-US" sz="2400" b="0"/>
          </a:p>
          <a:p>
            <a:pPr marL="0" indent="0" algn="just">
              <a:lnSpc>
                <a:spcPct val="120000"/>
              </a:lnSpc>
              <a:buNone/>
            </a:pPr>
            <a:endParaRPr lang="vi-VN" sz="2400" b="0"/>
          </a:p>
          <a:p>
            <a:pPr algn="just">
              <a:lnSpc>
                <a:spcPct val="120000"/>
              </a:lnSpc>
            </a:pPr>
            <a:r>
              <a:rPr lang="vi-VN" sz="2400" b="0">
                <a:solidFill>
                  <a:srgbClr val="FF0000"/>
                </a:solidFill>
              </a:rPr>
              <a:t>ML</a:t>
            </a:r>
            <a:r>
              <a:rPr lang="vi-VN" sz="2400" b="0"/>
              <a:t> là một tập hợp con của </a:t>
            </a:r>
            <a:endParaRPr lang="en-US" sz="2400" b="0"/>
          </a:p>
          <a:p>
            <a:pPr marL="0" indent="0" algn="just">
              <a:lnSpc>
                <a:spcPct val="120000"/>
              </a:lnSpc>
              <a:buNone/>
            </a:pPr>
            <a:r>
              <a:rPr lang="en-US" sz="2400" b="0"/>
              <a:t>   </a:t>
            </a:r>
            <a:r>
              <a:rPr lang="vi-VN" sz="2400" b="0"/>
              <a:t>Trí tuệ nhân tạo (AI) tập trung </a:t>
            </a:r>
            <a:endParaRPr lang="en-US" sz="2400" b="0"/>
          </a:p>
          <a:p>
            <a:pPr marL="0" indent="0" algn="just">
              <a:lnSpc>
                <a:spcPct val="120000"/>
              </a:lnSpc>
              <a:buNone/>
            </a:pPr>
            <a:r>
              <a:rPr lang="en-US" sz="2400" b="0"/>
              <a:t>   </a:t>
            </a:r>
            <a:r>
              <a:rPr lang="vi-VN" sz="2400" b="0"/>
              <a:t>vào việc khiến máy móc đưa ra quyết định bằng cách cung cấp cho chúng dữ liệu.</a:t>
            </a:r>
          </a:p>
          <a:p>
            <a:pPr algn="just">
              <a:lnSpc>
                <a:spcPct val="120000"/>
              </a:lnSpc>
            </a:pPr>
            <a:r>
              <a:rPr lang="vi-VN" sz="2400" b="0">
                <a:solidFill>
                  <a:srgbClr val="FF0000"/>
                </a:solidFill>
              </a:rPr>
              <a:t>DL</a:t>
            </a:r>
            <a:r>
              <a:rPr lang="vi-VN" sz="2400" b="0"/>
              <a:t> là một tập hợp con của Machine Learning sử dụng khái niệm neural networks để giải quyết các vấn đề phức tạp.</a:t>
            </a:r>
            <a:endParaRPr lang="en-US" sz="2400" b="0"/>
          </a:p>
          <a:p>
            <a:pPr marL="0" indent="0" algn="just">
              <a:lnSpc>
                <a:spcPct val="120000"/>
              </a:lnSpc>
              <a:buNone/>
            </a:pPr>
            <a:endParaRPr lang="en-US" sz="1600" b="0"/>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7</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A0948FFB-83E0-4DFB-A74B-102EA948C148}"/>
              </a:ext>
            </a:extLst>
          </p:cNvPr>
          <p:cNvPicPr>
            <a:picLocks noChangeAspect="1"/>
          </p:cNvPicPr>
          <p:nvPr/>
        </p:nvPicPr>
        <p:blipFill>
          <a:blip r:embed="rId2"/>
          <a:stretch>
            <a:fillRect/>
          </a:stretch>
        </p:blipFill>
        <p:spPr>
          <a:xfrm>
            <a:off x="4470670" y="914400"/>
            <a:ext cx="4520930" cy="2786608"/>
          </a:xfrm>
          <a:prstGeom prst="rect">
            <a:avLst/>
          </a:prstGeom>
        </p:spPr>
      </p:pic>
    </p:spTree>
    <p:extLst>
      <p:ext uri="{BB962C8B-B14F-4D97-AF65-F5344CB8AC3E}">
        <p14:creationId xmlns:p14="http://schemas.microsoft.com/office/powerpoint/2010/main" val="74525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2400" b="1" i="0">
                <a:effectLst/>
                <a:latin typeface="Open Sans" panose="020B0606030504020204" pitchFamily="34" charset="0"/>
              </a:rPr>
              <a:t>So sánh AI, ML </a:t>
            </a:r>
            <a:r>
              <a:rPr lang="en-US" sz="2400">
                <a:latin typeface="Open Sans" panose="020B0606030504020204" pitchFamily="34" charset="0"/>
              </a:rPr>
              <a:t>và</a:t>
            </a:r>
            <a:r>
              <a:rPr lang="en-US" sz="2400" b="1" i="0">
                <a:effectLst/>
                <a:latin typeface="Open Sans" panose="020B0606030504020204" pitchFamily="34" charset="0"/>
              </a:rPr>
              <a:t> DL (Artificial Intelligence vs Machine Learning vs Deep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28600" y="910827"/>
            <a:ext cx="8458200" cy="5581246"/>
          </a:xfrm>
        </p:spPr>
        <p:txBody>
          <a:bodyPr>
            <a:noAutofit/>
          </a:bodyPr>
          <a:lstStyle/>
          <a:p>
            <a:pPr algn="just">
              <a:lnSpc>
                <a:spcPct val="120000"/>
              </a:lnSpc>
            </a:pPr>
            <a:r>
              <a:rPr lang="vi-VN" sz="2000" b="0" i="0">
                <a:solidFill>
                  <a:srgbClr val="FF0000"/>
                </a:solidFill>
                <a:effectLst/>
                <a:latin typeface="Open Sans" panose="020B0606030504020204" pitchFamily="34" charset="0"/>
              </a:rPr>
              <a:t>AI, Machine Learning và Deep Learning </a:t>
            </a:r>
            <a:r>
              <a:rPr lang="vi-VN" sz="2000" b="0" i="0">
                <a:solidFill>
                  <a:srgbClr val="1B1B1B"/>
                </a:solidFill>
                <a:effectLst/>
                <a:latin typeface="Open Sans" panose="020B0606030504020204" pitchFamily="34" charset="0"/>
              </a:rPr>
              <a:t>là các lĩnh vực được kết nối với nhau. Machine Learning và Deep learning hỗ trợ </a:t>
            </a:r>
            <a:r>
              <a:rPr lang="en-US" sz="2000" b="0" i="0">
                <a:solidFill>
                  <a:srgbClr val="1B1B1B"/>
                </a:solidFill>
                <a:effectLst/>
                <a:latin typeface="Open Sans" panose="020B0606030504020204" pitchFamily="34" charset="0"/>
              </a:rPr>
              <a:t>AI</a:t>
            </a:r>
            <a:r>
              <a:rPr lang="vi-VN" sz="2000" b="0" i="0">
                <a:solidFill>
                  <a:srgbClr val="1B1B1B"/>
                </a:solidFill>
                <a:effectLst/>
                <a:latin typeface="Open Sans" panose="020B0606030504020204" pitchFamily="34" charset="0"/>
              </a:rPr>
              <a:t> bằng cách cung cấp một bộ thuật toán và mạng lưới thần kinh để giải quyết các vấn đề dựa trên dữ liệu.</a:t>
            </a:r>
          </a:p>
          <a:p>
            <a:pPr algn="just">
              <a:lnSpc>
                <a:spcPct val="120000"/>
              </a:lnSpc>
            </a:pPr>
            <a:r>
              <a:rPr lang="vi-VN" sz="2000" b="0" i="0">
                <a:solidFill>
                  <a:srgbClr val="1B1B1B"/>
                </a:solidFill>
                <a:effectLst/>
                <a:latin typeface="Open Sans" panose="020B0606030504020204" pitchFamily="34" charset="0"/>
              </a:rPr>
              <a:t>Tuy nhiên, AI không bị hạn chế chỉ ML và DL. Nó bao gồm một lĩnh vực rộng lớn bao gồm, Xử lý ngôn ngữ tự nhiên (NLP), phát hiện đối tượng, thị giác máy tính, robot, hệ thống chuyên gia,...</a:t>
            </a:r>
          </a:p>
          <a:p>
            <a:pPr algn="just">
              <a:lnSpc>
                <a:spcPct val="120000"/>
              </a:lnSpc>
            </a:pPr>
            <a:endParaRPr lang="en-US" sz="1600" b="0"/>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8</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8" name="Picture 6" descr="data+science+big+data+machine+learning cheap buy online">
            <a:extLst>
              <a:ext uri="{FF2B5EF4-FFF2-40B4-BE49-F238E27FC236}">
                <a16:creationId xmlns:a16="http://schemas.microsoft.com/office/drawing/2014/main" id="{C1818E35-8492-40E0-9D8B-E3DC31CD21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3676566"/>
            <a:ext cx="4343400" cy="304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227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2400" b="1" i="0">
                <a:effectLst/>
                <a:latin typeface="Open Sans" panose="020B0606030504020204" pitchFamily="34" charset="0"/>
              </a:rPr>
              <a:t>Tổng quan về Machine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0500" y="790777"/>
            <a:ext cx="8458200" cy="5581246"/>
          </a:xfrm>
        </p:spPr>
        <p:txBody>
          <a:bodyPr>
            <a:noAutofit/>
          </a:bodyPr>
          <a:lstStyle/>
          <a:p>
            <a:pPr algn="just">
              <a:lnSpc>
                <a:spcPct val="120000"/>
              </a:lnSpc>
            </a:pPr>
            <a:r>
              <a:rPr lang="vi-VN" sz="2000" b="0" i="0">
                <a:solidFill>
                  <a:srgbClr val="1B1B1B"/>
                </a:solidFill>
                <a:effectLst/>
                <a:latin typeface="Open Sans" panose="020B0606030504020204" pitchFamily="34" charset="0"/>
              </a:rPr>
              <a:t>Thuật ngữ Machine Learning lần đầu tiên được đặt ra bởi Arthur Samuel vào năm 1959. </a:t>
            </a:r>
            <a:endParaRPr lang="en-US" sz="2000" b="0" i="0">
              <a:solidFill>
                <a:srgbClr val="1B1B1B"/>
              </a:solidFill>
              <a:effectLst/>
              <a:latin typeface="Open Sans" panose="020B0606030504020204" pitchFamily="34" charset="0"/>
            </a:endParaRPr>
          </a:p>
          <a:p>
            <a:pPr algn="just">
              <a:lnSpc>
                <a:spcPct val="120000"/>
              </a:lnSpc>
            </a:pPr>
            <a:r>
              <a:rPr lang="en-US" sz="2000" b="0" i="0">
                <a:solidFill>
                  <a:srgbClr val="1B1B1B"/>
                </a:solidFill>
                <a:effectLst/>
                <a:latin typeface="Open Sans" panose="020B0606030504020204" pitchFamily="34" charset="0"/>
              </a:rPr>
              <a:t>ML: </a:t>
            </a:r>
            <a:r>
              <a:rPr lang="vi-VN" sz="2000" b="0" i="0">
                <a:solidFill>
                  <a:srgbClr val="1B1B1B"/>
                </a:solidFill>
                <a:effectLst/>
                <a:latin typeface="Open Sans" panose="020B0606030504020204" pitchFamily="34" charset="0"/>
              </a:rPr>
              <a:t>là một tập hợp con của Artificial Intelligence (AI) cung cấp cho máy khả năng tự động học bằng cách cung cấp cho nó hàng tấn dữ liệu và cho phép nó cải thiện thông qua trải nghiệm. Do đó, ML là một phương pháp giúp máy móc giải quyết vấn đề bằng cách đạt được khả năng suy nghĩ.</a:t>
            </a:r>
            <a:endParaRPr lang="en-US" sz="2000" b="0" i="0">
              <a:solidFill>
                <a:srgbClr val="1B1B1B"/>
              </a:solidFill>
              <a:effectLst/>
              <a:latin typeface="Open Sans" panose="020B0606030504020204" pitchFamily="34" charset="0"/>
            </a:endParaRPr>
          </a:p>
          <a:p>
            <a:pPr algn="just">
              <a:lnSpc>
                <a:spcPct val="120000"/>
              </a:lnSpc>
            </a:pPr>
            <a:r>
              <a:rPr lang="en-US" sz="2000" b="0" i="0">
                <a:solidFill>
                  <a:srgbClr val="1B1B1B"/>
                </a:solidFill>
                <a:effectLst/>
                <a:latin typeface="Open Sans" panose="020B0606030504020204" pitchFamily="34" charset="0"/>
                <a:sym typeface="Wingdings" panose="05000000000000000000" pitchFamily="2" charset="2"/>
              </a:rPr>
              <a:t>C</a:t>
            </a:r>
            <a:r>
              <a:rPr lang="vi-VN" sz="2000" b="0" i="0">
                <a:solidFill>
                  <a:srgbClr val="1B1B1B"/>
                </a:solidFill>
                <a:effectLst/>
                <a:latin typeface="Open Sans" panose="020B0606030504020204" pitchFamily="34" charset="0"/>
              </a:rPr>
              <a:t>ung cấp cho máy một lượng dữ liệu tốt, </a:t>
            </a:r>
            <a:r>
              <a:rPr lang="en-US" sz="2000" b="0" i="0">
                <a:solidFill>
                  <a:srgbClr val="1B1B1B"/>
                </a:solidFill>
                <a:effectLst/>
                <a:latin typeface="Open Sans" panose="020B0606030504020204" pitchFamily="34" charset="0"/>
              </a:rPr>
              <a:t>ML </a:t>
            </a:r>
            <a:r>
              <a:rPr lang="vi-VN" sz="2000" b="0" i="0">
                <a:solidFill>
                  <a:srgbClr val="1B1B1B"/>
                </a:solidFill>
                <a:effectLst/>
                <a:latin typeface="Open Sans" panose="020B0606030504020204" pitchFamily="34" charset="0"/>
              </a:rPr>
              <a:t>nó sẽ học cách diễn giải, xử lý và phân tích dữ liệu này bằng cách sử dụng Machine Learning Algorithms.</a:t>
            </a:r>
          </a:p>
          <a:p>
            <a:pPr algn="just">
              <a:lnSpc>
                <a:spcPct val="120000"/>
              </a:lnSpc>
            </a:pPr>
            <a:endParaRPr lang="en-US" sz="2000" b="0">
              <a:solidFill>
                <a:srgbClr val="1B1B1B"/>
              </a:solidFill>
              <a:latin typeface="Open Sans" panose="020B0606030504020204" pitchFamily="34" charset="0"/>
            </a:endParaRPr>
          </a:p>
          <a:p>
            <a:pPr marL="0" indent="0" algn="just">
              <a:lnSpc>
                <a:spcPct val="120000"/>
              </a:lnSpc>
              <a:buNone/>
            </a:pPr>
            <a:br>
              <a:rPr lang="vi-VN" sz="2000" b="0" i="0">
                <a:solidFill>
                  <a:srgbClr val="1B1B1B"/>
                </a:solidFill>
                <a:effectLst/>
                <a:latin typeface="Open Sans" panose="020B0606030504020204" pitchFamily="34" charset="0"/>
              </a:rPr>
            </a:br>
            <a:endParaRPr lang="en-US" sz="3600" b="0"/>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9</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a:extLst>
              <a:ext uri="{FF2B5EF4-FFF2-40B4-BE49-F238E27FC236}">
                <a16:creationId xmlns:a16="http://schemas.microsoft.com/office/drawing/2014/main" id="{28999C53-98EE-4F8E-8BEF-99A65E71C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572000"/>
            <a:ext cx="6557963" cy="2231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108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2400" b="1" i="0">
                <a:effectLst/>
                <a:latin typeface="Open Sans" panose="020B0606030504020204" pitchFamily="34" charset="0"/>
              </a:rPr>
              <a:t>Phân loại Machine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0500" y="790777"/>
            <a:ext cx="8458200" cy="5581246"/>
          </a:xfrm>
        </p:spPr>
        <p:txBody>
          <a:bodyPr>
            <a:noAutofit/>
          </a:bodyPr>
          <a:lstStyle/>
          <a:p>
            <a:pPr algn="just"/>
            <a:r>
              <a:rPr lang="vi-VN" sz="2000" b="0" i="0">
                <a:solidFill>
                  <a:srgbClr val="1B1B1B"/>
                </a:solidFill>
                <a:effectLst/>
                <a:latin typeface="Open Sans" panose="020B0606030504020204" pitchFamily="34" charset="0"/>
              </a:rPr>
              <a:t>Supervised Learning (Học có giám sát)</a:t>
            </a:r>
            <a:endParaRPr lang="en-US" sz="2000" b="0" i="0">
              <a:solidFill>
                <a:srgbClr val="1B1B1B"/>
              </a:solidFill>
              <a:effectLst/>
              <a:latin typeface="Open Sans" panose="020B0606030504020204" pitchFamily="34" charset="0"/>
            </a:endParaRPr>
          </a:p>
          <a:p>
            <a:pPr algn="just"/>
            <a:r>
              <a:rPr lang="en-US" sz="2000" b="0" i="0">
                <a:solidFill>
                  <a:srgbClr val="1B1B1B"/>
                </a:solidFill>
                <a:effectLst/>
                <a:latin typeface="Open Sans" panose="020B0606030504020204" pitchFamily="34" charset="0"/>
              </a:rPr>
              <a:t>Un</a:t>
            </a:r>
            <a:r>
              <a:rPr lang="vi-VN" sz="2000" b="0" i="0">
                <a:solidFill>
                  <a:srgbClr val="1B1B1B"/>
                </a:solidFill>
                <a:effectLst/>
                <a:latin typeface="Open Sans" panose="020B0606030504020204" pitchFamily="34" charset="0"/>
              </a:rPr>
              <a:t>Supervised Learning (Học </a:t>
            </a:r>
            <a:r>
              <a:rPr lang="en-US" sz="2000" b="0" i="0">
                <a:solidFill>
                  <a:srgbClr val="1B1B1B"/>
                </a:solidFill>
                <a:effectLst/>
                <a:latin typeface="Open Sans" panose="020B0606030504020204" pitchFamily="34" charset="0"/>
              </a:rPr>
              <a:t>không</a:t>
            </a:r>
            <a:r>
              <a:rPr lang="vi-VN" sz="2000" b="0" i="0">
                <a:solidFill>
                  <a:srgbClr val="1B1B1B"/>
                </a:solidFill>
                <a:effectLst/>
                <a:latin typeface="Open Sans" panose="020B0606030504020204" pitchFamily="34" charset="0"/>
              </a:rPr>
              <a:t> giám sát)</a:t>
            </a:r>
            <a:endParaRPr lang="en-US" sz="2000" b="0" i="0">
              <a:solidFill>
                <a:srgbClr val="1B1B1B"/>
              </a:solidFill>
              <a:effectLst/>
              <a:latin typeface="Open Sans" panose="020B0606030504020204" pitchFamily="34" charset="0"/>
            </a:endParaRPr>
          </a:p>
          <a:p>
            <a:pPr algn="just"/>
            <a:r>
              <a:rPr lang="vi-VN" sz="2000" b="0" i="0">
                <a:solidFill>
                  <a:srgbClr val="1B1B1B"/>
                </a:solidFill>
                <a:effectLst/>
                <a:latin typeface="Open Sans" panose="020B0606030504020204" pitchFamily="34" charset="0"/>
              </a:rPr>
              <a:t>Reinforcement Learning (Học </a:t>
            </a:r>
            <a:r>
              <a:rPr lang="en-US" sz="2000" b="0" i="0">
                <a:solidFill>
                  <a:srgbClr val="1B1B1B"/>
                </a:solidFill>
                <a:effectLst/>
                <a:latin typeface="Open Sans" panose="020B0606030504020204" pitchFamily="34" charset="0"/>
              </a:rPr>
              <a:t>tăng cường</a:t>
            </a:r>
            <a:r>
              <a:rPr lang="vi-VN" sz="2000" b="0" i="0">
                <a:solidFill>
                  <a:srgbClr val="1B1B1B"/>
                </a:solidFill>
                <a:effectLst/>
                <a:latin typeface="Open Sans" panose="020B0606030504020204" pitchFamily="34" charset="0"/>
              </a:rPr>
              <a:t>)</a:t>
            </a:r>
            <a:endParaRPr lang="en-US" sz="2000" b="0" i="0">
              <a:solidFill>
                <a:srgbClr val="1B1B1B"/>
              </a:solidFill>
              <a:effectLst/>
              <a:latin typeface="Open Sans" panose="020B0606030504020204" pitchFamily="34" charset="0"/>
            </a:endParaRPr>
          </a:p>
          <a:p>
            <a:pPr marL="0" indent="0" algn="just">
              <a:buNone/>
            </a:pPr>
            <a:endParaRPr lang="en-US" sz="2000" b="0" i="0">
              <a:solidFill>
                <a:srgbClr val="1B1B1B"/>
              </a:solidFill>
              <a:effectLst/>
              <a:latin typeface="Open Sans" panose="020B0606030504020204" pitchFamily="34" charset="0"/>
            </a:endParaRPr>
          </a:p>
          <a:p>
            <a:pPr algn="just"/>
            <a:endParaRPr lang="en-US" sz="2000" b="0" i="0">
              <a:solidFill>
                <a:srgbClr val="1B1B1B"/>
              </a:solidFill>
              <a:effectLst/>
              <a:latin typeface="Open Sans" panose="020B0606030504020204" pitchFamily="34" charset="0"/>
            </a:endParaRPr>
          </a:p>
          <a:p>
            <a:pPr algn="just"/>
            <a:endParaRPr lang="vi-VN" sz="2000" b="0" i="0">
              <a:solidFill>
                <a:srgbClr val="1B1B1B"/>
              </a:solidFill>
              <a:effectLst/>
              <a:latin typeface="Open Sans" panose="020B0606030504020204" pitchFamily="34" charset="0"/>
            </a:endParaRPr>
          </a:p>
          <a:p>
            <a:pPr algn="just"/>
            <a:endParaRPr lang="en-US" sz="2000" b="0"/>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10</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descr="Machine learning là gì? Tổng quan về machine learning">
            <a:extLst>
              <a:ext uri="{FF2B5EF4-FFF2-40B4-BE49-F238E27FC236}">
                <a16:creationId xmlns:a16="http://schemas.microsoft.com/office/drawing/2014/main" id="{3B7C2DC1-8BA8-412D-9B56-BFFE0FEBE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346740"/>
            <a:ext cx="5791200" cy="414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78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3200" b="1" i="0">
                <a:effectLst/>
                <a:latin typeface="Open Sans" panose="020B0606030504020204" pitchFamily="34" charset="0"/>
              </a:rPr>
              <a:t>Phân loại Machine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0500" y="790777"/>
            <a:ext cx="8458200" cy="5581246"/>
          </a:xfrm>
        </p:spPr>
        <p:txBody>
          <a:bodyPr>
            <a:noAutofit/>
          </a:bodyPr>
          <a:lstStyle/>
          <a:p>
            <a:pPr marL="0" indent="0" algn="l">
              <a:buNone/>
            </a:pPr>
            <a:r>
              <a:rPr lang="vi-VN" sz="2800" b="0" i="0">
                <a:solidFill>
                  <a:srgbClr val="1B1B1B"/>
                </a:solidFill>
                <a:effectLst/>
                <a:latin typeface="Open Sans" panose="020B0606030504020204" pitchFamily="34" charset="0"/>
              </a:rPr>
              <a:t>Supervised Learning (Học có giám sát)</a:t>
            </a:r>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11</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2D1C73B1-9A45-4555-B23B-E4C1484D4293}"/>
              </a:ext>
            </a:extLst>
          </p:cNvPr>
          <p:cNvPicPr>
            <a:picLocks noChangeAspect="1"/>
          </p:cNvPicPr>
          <p:nvPr/>
        </p:nvPicPr>
        <p:blipFill>
          <a:blip r:embed="rId2"/>
          <a:stretch>
            <a:fillRect/>
          </a:stretch>
        </p:blipFill>
        <p:spPr>
          <a:xfrm>
            <a:off x="182395" y="1600200"/>
            <a:ext cx="8809205" cy="3878764"/>
          </a:xfrm>
          <a:prstGeom prst="rect">
            <a:avLst/>
          </a:prstGeom>
        </p:spPr>
      </p:pic>
    </p:spTree>
    <p:extLst>
      <p:ext uri="{BB962C8B-B14F-4D97-AF65-F5344CB8AC3E}">
        <p14:creationId xmlns:p14="http://schemas.microsoft.com/office/powerpoint/2010/main" val="318470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3200" b="1" i="0">
                <a:effectLst/>
                <a:latin typeface="Open Sans" panose="020B0606030504020204" pitchFamily="34" charset="0"/>
              </a:rPr>
              <a:t>Phân loại Machine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0500" y="790777"/>
            <a:ext cx="8458200" cy="5581246"/>
          </a:xfrm>
        </p:spPr>
        <p:txBody>
          <a:bodyPr>
            <a:noAutofit/>
          </a:bodyPr>
          <a:lstStyle/>
          <a:p>
            <a:pPr marL="0" indent="0" algn="l">
              <a:buNone/>
            </a:pPr>
            <a:r>
              <a:rPr lang="vi-VN" sz="2800" b="0" i="0">
                <a:solidFill>
                  <a:srgbClr val="1B1B1B"/>
                </a:solidFill>
                <a:effectLst/>
                <a:latin typeface="Open Sans" panose="020B0606030504020204" pitchFamily="34" charset="0"/>
              </a:rPr>
              <a:t>Unsupervised Learning (Học không giám sát)</a:t>
            </a:r>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12</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a:extLst>
              <a:ext uri="{FF2B5EF4-FFF2-40B4-BE49-F238E27FC236}">
                <a16:creationId xmlns:a16="http://schemas.microsoft.com/office/drawing/2014/main" id="{62CD6AD0-8AB1-4019-93B4-9CAC65E84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291" y="1841137"/>
            <a:ext cx="8512233"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86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E280-2367-4F50-9C60-1966F8F877D4}"/>
              </a:ext>
            </a:extLst>
          </p:cNvPr>
          <p:cNvSpPr>
            <a:spLocks noGrp="1"/>
          </p:cNvSpPr>
          <p:nvPr>
            <p:ph type="title"/>
          </p:nvPr>
        </p:nvSpPr>
        <p:spPr>
          <a:xfrm>
            <a:off x="443948" y="-89444"/>
            <a:ext cx="8534400" cy="884237"/>
          </a:xfrm>
        </p:spPr>
        <p:txBody>
          <a:bodyPr>
            <a:noAutofit/>
          </a:bodyPr>
          <a:lstStyle/>
          <a:p>
            <a:pPr algn="l"/>
            <a:r>
              <a:rPr lang="en-US" sz="3200" b="1" i="0">
                <a:effectLst/>
                <a:latin typeface="Open Sans" panose="020B0606030504020204" pitchFamily="34" charset="0"/>
              </a:rPr>
              <a:t>Phân loại Machine Learning</a:t>
            </a:r>
          </a:p>
        </p:txBody>
      </p:sp>
      <p:sp>
        <p:nvSpPr>
          <p:cNvPr id="3"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0500" y="790777"/>
            <a:ext cx="6667500" cy="5581246"/>
          </a:xfrm>
        </p:spPr>
        <p:txBody>
          <a:bodyPr>
            <a:noAutofit/>
          </a:bodyPr>
          <a:lstStyle/>
          <a:p>
            <a:pPr marL="0" indent="0" algn="l">
              <a:buNone/>
            </a:pPr>
            <a:r>
              <a:rPr lang="vi-VN" sz="2800" b="0" i="0">
                <a:solidFill>
                  <a:srgbClr val="1B1B1B"/>
                </a:solidFill>
                <a:effectLst/>
                <a:latin typeface="Open Sans" panose="020B0606030504020204" pitchFamily="34" charset="0"/>
              </a:rPr>
              <a:t>Reinforcement Learning (Học </a:t>
            </a:r>
            <a:r>
              <a:rPr lang="en-US" sz="2800" b="0" i="0">
                <a:solidFill>
                  <a:srgbClr val="1B1B1B"/>
                </a:solidFill>
                <a:effectLst/>
                <a:latin typeface="Open Sans" panose="020B0606030504020204" pitchFamily="34" charset="0"/>
              </a:rPr>
              <a:t>tăng cường</a:t>
            </a:r>
            <a:r>
              <a:rPr lang="vi-VN" sz="2800" b="0" i="0">
                <a:solidFill>
                  <a:srgbClr val="1B1B1B"/>
                </a:solidFill>
                <a:effectLst/>
                <a:latin typeface="Open Sans" panose="020B0606030504020204" pitchFamily="34" charset="0"/>
              </a:rPr>
              <a:t>)</a:t>
            </a:r>
            <a:endParaRPr lang="en-US" sz="2800" b="0" i="0">
              <a:solidFill>
                <a:srgbClr val="1B1B1B"/>
              </a:solidFill>
              <a:effectLst/>
              <a:latin typeface="Open Sans" panose="020B0606030504020204" pitchFamily="34" charset="0"/>
            </a:endParaRPr>
          </a:p>
          <a:p>
            <a:pPr algn="just"/>
            <a:r>
              <a:rPr lang="vi-VN" sz="1600" b="0" i="0">
                <a:solidFill>
                  <a:srgbClr val="1B1B1B"/>
                </a:solidFill>
                <a:effectLst/>
                <a:latin typeface="Open Sans" panose="020B0606030504020204" pitchFamily="34" charset="0"/>
              </a:rPr>
              <a:t>Học tăng cường là một phần của ML khi một tác nhân</a:t>
            </a:r>
            <a:r>
              <a:rPr lang="en-US" sz="1600" b="0" i="0">
                <a:solidFill>
                  <a:srgbClr val="1B1B1B"/>
                </a:solidFill>
                <a:effectLst/>
                <a:latin typeface="Open Sans" panose="020B0606030504020204" pitchFamily="34" charset="0"/>
              </a:rPr>
              <a:t> (</a:t>
            </a:r>
            <a:r>
              <a:rPr lang="en-US" sz="1050" b="0" i="0">
                <a:solidFill>
                  <a:srgbClr val="1B1B1B"/>
                </a:solidFill>
                <a:effectLst/>
                <a:latin typeface="Open Sans" panose="020B0606030504020204" pitchFamily="34" charset="0"/>
              </a:rPr>
              <a:t>Agent</a:t>
            </a:r>
            <a:r>
              <a:rPr lang="en-US" sz="1600" b="0" i="0">
                <a:solidFill>
                  <a:srgbClr val="1B1B1B"/>
                </a:solidFill>
                <a:effectLst/>
                <a:latin typeface="Open Sans" panose="020B0606030504020204" pitchFamily="34" charset="0"/>
              </a:rPr>
              <a:t>) </a:t>
            </a:r>
            <a:r>
              <a:rPr lang="vi-VN" sz="1600" b="0" i="0">
                <a:solidFill>
                  <a:srgbClr val="1B1B1B"/>
                </a:solidFill>
                <a:effectLst/>
                <a:latin typeface="Open Sans" panose="020B0606030504020204" pitchFamily="34" charset="0"/>
              </a:rPr>
              <a:t> được đưa vào môi trường</a:t>
            </a:r>
            <a:r>
              <a:rPr lang="en-US" sz="1600" b="0" i="0">
                <a:solidFill>
                  <a:srgbClr val="1B1B1B"/>
                </a:solidFill>
                <a:effectLst/>
                <a:latin typeface="Open Sans" panose="020B0606030504020204" pitchFamily="34" charset="0"/>
              </a:rPr>
              <a:t>, ML </a:t>
            </a:r>
            <a:r>
              <a:rPr lang="vi-VN" sz="1600" b="0" i="0">
                <a:solidFill>
                  <a:srgbClr val="1B1B1B"/>
                </a:solidFill>
                <a:effectLst/>
                <a:latin typeface="Open Sans" panose="020B0606030504020204" pitchFamily="34" charset="0"/>
              </a:rPr>
              <a:t> </a:t>
            </a:r>
            <a:r>
              <a:rPr lang="en-US" sz="1600" b="0" i="0">
                <a:solidFill>
                  <a:srgbClr val="1B1B1B"/>
                </a:solidFill>
                <a:effectLst/>
                <a:latin typeface="Open Sans" panose="020B0606030504020204" pitchFamily="34" charset="0"/>
              </a:rPr>
              <a:t>sẽ </a:t>
            </a:r>
            <a:r>
              <a:rPr lang="vi-VN" sz="1600" b="0" i="0">
                <a:solidFill>
                  <a:srgbClr val="1B1B1B"/>
                </a:solidFill>
                <a:effectLst/>
                <a:latin typeface="Open Sans" panose="020B0606030504020204" pitchFamily="34" charset="0"/>
              </a:rPr>
              <a:t>học cách cư xử trong môi trường này bằng cách thực hiện một số hành động nhất định và quan sát </a:t>
            </a:r>
            <a:r>
              <a:rPr lang="en-US" sz="1600" b="0" i="0">
                <a:solidFill>
                  <a:srgbClr val="1B1B1B"/>
                </a:solidFill>
                <a:effectLst/>
                <a:latin typeface="Open Sans" panose="020B0606030504020204" pitchFamily="34" charset="0"/>
              </a:rPr>
              <a:t>“thành quả”</a:t>
            </a:r>
            <a:r>
              <a:rPr lang="vi-VN" sz="1600" b="0" i="0">
                <a:solidFill>
                  <a:srgbClr val="1B1B1B"/>
                </a:solidFill>
                <a:effectLst/>
                <a:latin typeface="Open Sans" panose="020B0606030504020204" pitchFamily="34" charset="0"/>
              </a:rPr>
              <a:t> nhận được từ những hành động đó</a:t>
            </a:r>
            <a:endParaRPr lang="en-US" sz="1600" b="0" i="0">
              <a:solidFill>
                <a:srgbClr val="1B1B1B"/>
              </a:solidFill>
              <a:effectLst/>
              <a:latin typeface="Open Sans" panose="020B0606030504020204" pitchFamily="34" charset="0"/>
            </a:endParaRPr>
          </a:p>
          <a:p>
            <a:pPr algn="just"/>
            <a:r>
              <a:rPr lang="vi-VN" sz="1600" b="0" i="0">
                <a:solidFill>
                  <a:srgbClr val="1B1B1B"/>
                </a:solidFill>
                <a:effectLst/>
                <a:latin typeface="Open Sans" panose="020B0606030504020204" pitchFamily="34" charset="0"/>
              </a:rPr>
              <a:t>Reinforcement Learning chủ yếu được sử dụng trong các lĩnh vực ML nâng cao như xe tự lái, AplhaGo, v.v ... Vì vậy, nó bao gồm các loại Machine Learning.</a:t>
            </a:r>
            <a:endParaRPr lang="vi-VN" sz="28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2265E808-8A03-4341-AC74-29141FBADC52}"/>
              </a:ext>
            </a:extLst>
          </p:cNvPr>
          <p:cNvSpPr>
            <a:spLocks noGrp="1"/>
          </p:cNvSpPr>
          <p:nvPr>
            <p:ph type="sldNum" sz="quarter" idx="12"/>
          </p:nvPr>
        </p:nvSpPr>
        <p:spPr/>
        <p:txBody>
          <a:bodyPr/>
          <a:lstStyle/>
          <a:p>
            <a:fld id="{8C13379D-D487-4446-85FC-E9ED5B8B80F6}" type="slidenum">
              <a:rPr lang="en-US" smtClean="0"/>
              <a:pPr/>
              <a:t>13</a:t>
            </a:fld>
            <a:r>
              <a:rPr lang="en-US"/>
              <a:t>/</a:t>
            </a:r>
          </a:p>
        </p:txBody>
      </p:sp>
      <p:sp>
        <p:nvSpPr>
          <p:cNvPr id="5" name="AutoShape 2">
            <a:extLst>
              <a:ext uri="{FF2B5EF4-FFF2-40B4-BE49-F238E27FC236}">
                <a16:creationId xmlns:a16="http://schemas.microsoft.com/office/drawing/2014/main" id="{E0942717-7C0B-4FF7-9041-926A2AE92E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2" name="Picture 2" descr="What is Reinforcement Learning: All You Need To Know About">
            <a:extLst>
              <a:ext uri="{FF2B5EF4-FFF2-40B4-BE49-F238E27FC236}">
                <a16:creationId xmlns:a16="http://schemas.microsoft.com/office/drawing/2014/main" id="{3C5B96A8-DD48-4259-AFC2-53A29AFB51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626"/>
          <a:stretch/>
        </p:blipFill>
        <p:spPr bwMode="auto">
          <a:xfrm>
            <a:off x="1170040" y="3780745"/>
            <a:ext cx="6784696" cy="263414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very basics of Reinforcement Learning | by Aneek Das | Becoming Human:  Artificial Intelligence Magazine">
            <a:extLst>
              <a:ext uri="{FF2B5EF4-FFF2-40B4-BE49-F238E27FC236}">
                <a16:creationId xmlns:a16="http://schemas.microsoft.com/office/drawing/2014/main" id="{26F15A30-F64A-4106-8557-A97206CFC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571" y="1067067"/>
            <a:ext cx="2153238" cy="152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93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B7EE-77F5-4DF4-A0F2-1E6F65DB8804}"/>
              </a:ext>
            </a:extLst>
          </p:cNvPr>
          <p:cNvSpPr>
            <a:spLocks noGrp="1"/>
          </p:cNvSpPr>
          <p:nvPr>
            <p:ph type="title"/>
          </p:nvPr>
        </p:nvSpPr>
        <p:spPr>
          <a:xfrm>
            <a:off x="304800" y="-152400"/>
            <a:ext cx="8686800" cy="884237"/>
          </a:xfrm>
        </p:spPr>
        <p:txBody>
          <a:bodyPr>
            <a:noAutofit/>
          </a:bodyPr>
          <a:lstStyle/>
          <a:p>
            <a:r>
              <a:rPr lang="en-US" sz="2800" b="1" i="0">
                <a:effectLst/>
                <a:latin typeface="Open Sans" panose="020B0606030504020204" pitchFamily="34" charset="0"/>
              </a:rPr>
              <a:t>Bài toán nào có thể sử dụng Machine Learning?</a:t>
            </a:r>
            <a:endParaRPr lang="en-US" sz="2800"/>
          </a:p>
        </p:txBody>
      </p:sp>
      <p:sp>
        <p:nvSpPr>
          <p:cNvPr id="3" name="Content Placeholder 2">
            <a:extLst>
              <a:ext uri="{FF2B5EF4-FFF2-40B4-BE49-F238E27FC236}">
                <a16:creationId xmlns:a16="http://schemas.microsoft.com/office/drawing/2014/main" id="{A897A05C-AAB9-42E6-9912-0B9CFEA686E4}"/>
              </a:ext>
            </a:extLst>
          </p:cNvPr>
          <p:cNvSpPr>
            <a:spLocks noGrp="1"/>
          </p:cNvSpPr>
          <p:nvPr>
            <p:ph idx="1"/>
          </p:nvPr>
        </p:nvSpPr>
        <p:spPr>
          <a:xfrm>
            <a:off x="228600" y="914400"/>
            <a:ext cx="8229600" cy="4525963"/>
          </a:xfrm>
        </p:spPr>
        <p:txBody>
          <a:bodyPr>
            <a:normAutofit/>
          </a:bodyPr>
          <a:lstStyle/>
          <a:p>
            <a:r>
              <a:rPr lang="en-US" sz="2400" b="1" i="0">
                <a:solidFill>
                  <a:srgbClr val="1B1B1B"/>
                </a:solidFill>
                <a:effectLst/>
                <a:latin typeface="Open Sans" panose="020B0606030504020204" pitchFamily="34" charset="0"/>
              </a:rPr>
              <a:t>Regression</a:t>
            </a:r>
            <a:r>
              <a:rPr lang="en-US" sz="2400" b="0" i="0">
                <a:solidFill>
                  <a:srgbClr val="1B1B1B"/>
                </a:solidFill>
                <a:effectLst/>
                <a:latin typeface="Open Sans" panose="020B0606030504020204" pitchFamily="34" charset="0"/>
              </a:rPr>
              <a:t> (Hồi quy)</a:t>
            </a:r>
          </a:p>
          <a:p>
            <a:r>
              <a:rPr lang="en-US" sz="2400" b="1" i="0">
                <a:solidFill>
                  <a:srgbClr val="1B1B1B"/>
                </a:solidFill>
                <a:effectLst/>
                <a:latin typeface="Open Sans" panose="020B0606030504020204" pitchFamily="34" charset="0"/>
              </a:rPr>
              <a:t>Classification </a:t>
            </a:r>
            <a:r>
              <a:rPr lang="en-US" sz="2400" b="0" i="0">
                <a:solidFill>
                  <a:srgbClr val="1B1B1B"/>
                </a:solidFill>
                <a:effectLst/>
                <a:latin typeface="Open Sans" panose="020B0606030504020204" pitchFamily="34" charset="0"/>
              </a:rPr>
              <a:t>(Phân loại)</a:t>
            </a:r>
          </a:p>
          <a:p>
            <a:r>
              <a:rPr lang="en-US" sz="2400" b="1" i="0">
                <a:solidFill>
                  <a:srgbClr val="1B1B1B"/>
                </a:solidFill>
                <a:effectLst/>
                <a:latin typeface="Open Sans" panose="020B0606030504020204" pitchFamily="34" charset="0"/>
              </a:rPr>
              <a:t>Clustering</a:t>
            </a:r>
            <a:r>
              <a:rPr lang="en-US" sz="2400" b="0" i="0">
                <a:solidFill>
                  <a:srgbClr val="1B1B1B"/>
                </a:solidFill>
                <a:effectLst/>
                <a:latin typeface="Open Sans" panose="020B0606030504020204" pitchFamily="34" charset="0"/>
              </a:rPr>
              <a:t> (Phân cụm)</a:t>
            </a:r>
            <a:endParaRPr lang="en-US" sz="2400"/>
          </a:p>
        </p:txBody>
      </p:sp>
      <p:sp>
        <p:nvSpPr>
          <p:cNvPr id="4" name="Slide Number Placeholder 3">
            <a:extLst>
              <a:ext uri="{FF2B5EF4-FFF2-40B4-BE49-F238E27FC236}">
                <a16:creationId xmlns:a16="http://schemas.microsoft.com/office/drawing/2014/main" id="{233C5137-8194-4FE2-8208-23812B6020D6}"/>
              </a:ext>
            </a:extLst>
          </p:cNvPr>
          <p:cNvSpPr>
            <a:spLocks noGrp="1"/>
          </p:cNvSpPr>
          <p:nvPr>
            <p:ph type="sldNum" sz="quarter" idx="12"/>
          </p:nvPr>
        </p:nvSpPr>
        <p:spPr/>
        <p:txBody>
          <a:bodyPr/>
          <a:lstStyle/>
          <a:p>
            <a:fld id="{8C13379D-D487-4446-85FC-E9ED5B8B80F6}" type="slidenum">
              <a:rPr lang="en-US" smtClean="0"/>
              <a:pPr/>
              <a:t>14</a:t>
            </a:fld>
            <a:r>
              <a:rPr lang="en-US"/>
              <a:t>/</a:t>
            </a:r>
          </a:p>
        </p:txBody>
      </p:sp>
      <p:pic>
        <p:nvPicPr>
          <p:cNvPr id="6146" name="Picture 2">
            <a:extLst>
              <a:ext uri="{FF2B5EF4-FFF2-40B4-BE49-F238E27FC236}">
                <a16:creationId xmlns:a16="http://schemas.microsoft.com/office/drawing/2014/main" id="{357A58DA-60AA-440A-A68A-64E21118D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017" y="2457450"/>
            <a:ext cx="8428383" cy="3980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104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673C-8F85-4410-ABB1-7D54D23E360D}"/>
              </a:ext>
            </a:extLst>
          </p:cNvPr>
          <p:cNvSpPr>
            <a:spLocks noGrp="1"/>
          </p:cNvSpPr>
          <p:nvPr>
            <p:ph type="title"/>
          </p:nvPr>
        </p:nvSpPr>
        <p:spPr/>
        <p:txBody>
          <a:bodyPr>
            <a:noAutofit/>
          </a:bodyPr>
          <a:lstStyle/>
          <a:p>
            <a:r>
              <a:rPr lang="en-US" sz="3200" b="1" i="0">
                <a:effectLst/>
                <a:latin typeface="Open Sans" panose="020B0606030504020204" pitchFamily="34" charset="0"/>
              </a:rPr>
              <a:t>Các bước thực hiện Machine Learning</a:t>
            </a:r>
            <a:endParaRPr lang="en-US" sz="3200"/>
          </a:p>
        </p:txBody>
      </p:sp>
      <p:sp>
        <p:nvSpPr>
          <p:cNvPr id="3" name="Content Placeholder 2">
            <a:extLst>
              <a:ext uri="{FF2B5EF4-FFF2-40B4-BE49-F238E27FC236}">
                <a16:creationId xmlns:a16="http://schemas.microsoft.com/office/drawing/2014/main" id="{AFFD4C70-773F-44DC-A53E-DD4307B0BF2C}"/>
              </a:ext>
            </a:extLst>
          </p:cNvPr>
          <p:cNvSpPr>
            <a:spLocks noGrp="1"/>
          </p:cNvSpPr>
          <p:nvPr>
            <p:ph idx="1"/>
          </p:nvPr>
        </p:nvSpPr>
        <p:spPr>
          <a:xfrm>
            <a:off x="431800" y="1166018"/>
            <a:ext cx="8229600" cy="4525963"/>
          </a:xfrm>
        </p:spPr>
        <p:txBody>
          <a:bodyPr>
            <a:normAutofit lnSpcReduction="10000"/>
          </a:bodyPr>
          <a:lstStyle/>
          <a:p>
            <a:pPr algn="just"/>
            <a:r>
              <a:rPr lang="vi-VN" sz="2400" b="0" i="0" u="sng">
                <a:solidFill>
                  <a:srgbClr val="FF0000"/>
                </a:solidFill>
                <a:effectLst/>
                <a:latin typeface="Open Sans" panose="020B0606030504020204" pitchFamily="34" charset="0"/>
              </a:rPr>
              <a:t>Step 1</a:t>
            </a:r>
            <a:r>
              <a:rPr lang="vi-VN" sz="2400" b="0" i="0">
                <a:solidFill>
                  <a:srgbClr val="1B1B1B"/>
                </a:solidFill>
                <a:effectLst/>
                <a:latin typeface="Open Sans" panose="020B0606030504020204" pitchFamily="34" charset="0"/>
              </a:rPr>
              <a:t>: Define the objective of the Problem Statement (Xác định mục tiêu của </a:t>
            </a:r>
            <a:r>
              <a:rPr lang="en-US" sz="2400" b="0" i="0">
                <a:solidFill>
                  <a:srgbClr val="1B1B1B"/>
                </a:solidFill>
                <a:effectLst/>
                <a:latin typeface="Open Sans" panose="020B0606030504020204" pitchFamily="34" charset="0"/>
              </a:rPr>
              <a:t>bài toán</a:t>
            </a:r>
            <a:r>
              <a:rPr lang="vi-VN" sz="2400" b="0" i="0">
                <a:solidFill>
                  <a:srgbClr val="1B1B1B"/>
                </a:solidFill>
                <a:effectLst/>
                <a:latin typeface="Open Sans" panose="020B0606030504020204" pitchFamily="34" charset="0"/>
              </a:rPr>
              <a:t>)</a:t>
            </a:r>
          </a:p>
          <a:p>
            <a:pPr algn="just"/>
            <a:r>
              <a:rPr lang="vi-VN" sz="2400" b="0" i="0" u="sng">
                <a:solidFill>
                  <a:srgbClr val="FF0000"/>
                </a:solidFill>
                <a:effectLst/>
                <a:latin typeface="Open Sans" panose="020B0606030504020204" pitchFamily="34" charset="0"/>
              </a:rPr>
              <a:t>Step 2</a:t>
            </a:r>
            <a:r>
              <a:rPr lang="vi-VN" sz="2400" b="0" i="0">
                <a:solidFill>
                  <a:srgbClr val="1B1B1B"/>
                </a:solidFill>
                <a:effectLst/>
                <a:latin typeface="Open Sans" panose="020B0606030504020204" pitchFamily="34" charset="0"/>
              </a:rPr>
              <a:t>: Data Gathering (Thu thập dữ liệu)</a:t>
            </a:r>
          </a:p>
          <a:p>
            <a:pPr algn="just"/>
            <a:r>
              <a:rPr lang="vi-VN" sz="2400" b="0" i="0" u="sng">
                <a:solidFill>
                  <a:srgbClr val="FF0000"/>
                </a:solidFill>
                <a:effectLst/>
                <a:latin typeface="Open Sans" panose="020B0606030504020204" pitchFamily="34" charset="0"/>
              </a:rPr>
              <a:t>Step 3</a:t>
            </a:r>
            <a:r>
              <a:rPr lang="vi-VN" sz="2400" b="0" i="0">
                <a:solidFill>
                  <a:srgbClr val="1B1B1B"/>
                </a:solidFill>
                <a:effectLst/>
                <a:latin typeface="Open Sans" panose="020B0606030504020204" pitchFamily="34" charset="0"/>
              </a:rPr>
              <a:t>: Data Preparation (Chuẩn bị dữ liệu)</a:t>
            </a:r>
          </a:p>
          <a:p>
            <a:pPr algn="just"/>
            <a:r>
              <a:rPr lang="vi-VN" sz="2400" b="0" i="0" u="sng">
                <a:solidFill>
                  <a:srgbClr val="FF0000"/>
                </a:solidFill>
                <a:effectLst/>
                <a:latin typeface="Open Sans" panose="020B0606030504020204" pitchFamily="34" charset="0"/>
              </a:rPr>
              <a:t>Step 4</a:t>
            </a:r>
            <a:r>
              <a:rPr lang="vi-VN" sz="2400" b="0" i="0">
                <a:solidFill>
                  <a:srgbClr val="1B1B1B"/>
                </a:solidFill>
                <a:effectLst/>
                <a:latin typeface="Open Sans" panose="020B0606030504020204" pitchFamily="34" charset="0"/>
              </a:rPr>
              <a:t>: Exploratory Data Analysis (Phân tích dữ liệu thăm dò)</a:t>
            </a:r>
          </a:p>
          <a:p>
            <a:pPr algn="just"/>
            <a:r>
              <a:rPr lang="vi-VN" sz="2400" b="0" i="0" u="sng">
                <a:solidFill>
                  <a:srgbClr val="FF0000"/>
                </a:solidFill>
                <a:effectLst/>
                <a:latin typeface="Open Sans" panose="020B0606030504020204" pitchFamily="34" charset="0"/>
              </a:rPr>
              <a:t>Step 5</a:t>
            </a:r>
            <a:r>
              <a:rPr lang="vi-VN" sz="2400" b="0" i="0">
                <a:solidFill>
                  <a:srgbClr val="1B1B1B"/>
                </a:solidFill>
                <a:effectLst/>
                <a:latin typeface="Open Sans" panose="020B0606030504020204" pitchFamily="34" charset="0"/>
              </a:rPr>
              <a:t>: Building a Machine Learning Model (Xây dựng mô hình ML)</a:t>
            </a:r>
          </a:p>
          <a:p>
            <a:pPr algn="just"/>
            <a:r>
              <a:rPr lang="vi-VN" sz="2400" b="0" i="0" u="sng">
                <a:solidFill>
                  <a:srgbClr val="FF0000"/>
                </a:solidFill>
                <a:effectLst/>
                <a:latin typeface="Open Sans" panose="020B0606030504020204" pitchFamily="34" charset="0"/>
              </a:rPr>
              <a:t>Step 6</a:t>
            </a:r>
            <a:r>
              <a:rPr lang="vi-VN" sz="2400" b="0" i="0">
                <a:solidFill>
                  <a:srgbClr val="1B1B1B"/>
                </a:solidFill>
                <a:effectLst/>
                <a:latin typeface="Open Sans" panose="020B0606030504020204" pitchFamily="34" charset="0"/>
              </a:rPr>
              <a:t>: Model Evaluation &amp; Optimization (Đánh giá &amp; tối ưu hóa mô hình)</a:t>
            </a:r>
          </a:p>
          <a:p>
            <a:pPr algn="just"/>
            <a:r>
              <a:rPr lang="vi-VN" sz="2400" b="0" i="0" u="sng">
                <a:solidFill>
                  <a:srgbClr val="FF0000"/>
                </a:solidFill>
                <a:effectLst/>
                <a:latin typeface="Open Sans" panose="020B0606030504020204" pitchFamily="34" charset="0"/>
              </a:rPr>
              <a:t>Step 7</a:t>
            </a:r>
            <a:r>
              <a:rPr lang="vi-VN" sz="2400" b="0" i="0">
                <a:solidFill>
                  <a:srgbClr val="1B1B1B"/>
                </a:solidFill>
                <a:effectLst/>
                <a:latin typeface="Open Sans" panose="020B0606030504020204" pitchFamily="34" charset="0"/>
              </a:rPr>
              <a:t>: Predictions (Dự đoán)</a:t>
            </a:r>
          </a:p>
        </p:txBody>
      </p:sp>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15</a:t>
            </a:fld>
            <a:r>
              <a:rPr lang="en-US"/>
              <a:t>/</a:t>
            </a:r>
          </a:p>
        </p:txBody>
      </p:sp>
    </p:spTree>
    <p:extLst>
      <p:ext uri="{BB962C8B-B14F-4D97-AF65-F5344CB8AC3E}">
        <p14:creationId xmlns:p14="http://schemas.microsoft.com/office/powerpoint/2010/main" val="2626986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673C-8F85-4410-ABB1-7D54D23E360D}"/>
              </a:ext>
            </a:extLst>
          </p:cNvPr>
          <p:cNvSpPr>
            <a:spLocks noGrp="1"/>
          </p:cNvSpPr>
          <p:nvPr>
            <p:ph type="title"/>
          </p:nvPr>
        </p:nvSpPr>
        <p:spPr/>
        <p:txBody>
          <a:bodyPr>
            <a:normAutofit fontScale="90000"/>
          </a:bodyPr>
          <a:lstStyle/>
          <a:p>
            <a:r>
              <a:rPr lang="en-US" b="1" i="0">
                <a:effectLst/>
                <a:latin typeface="Open Sans" panose="020B0606030504020204" pitchFamily="34" charset="0"/>
              </a:rPr>
              <a:t>Các thuật toán Machine Learning</a:t>
            </a:r>
            <a:endParaRPr lang="en-US"/>
          </a:p>
        </p:txBody>
      </p:sp>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16</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p:txBody>
          <a:bodyPr/>
          <a:lstStyle/>
          <a:p>
            <a:endParaRPr lang="en-US"/>
          </a:p>
        </p:txBody>
      </p:sp>
      <p:pic>
        <p:nvPicPr>
          <p:cNvPr id="7170" name="Picture 2">
            <a:extLst>
              <a:ext uri="{FF2B5EF4-FFF2-40B4-BE49-F238E27FC236}">
                <a16:creationId xmlns:a16="http://schemas.microsoft.com/office/drawing/2014/main" id="{A64F193B-57A6-498E-9914-17D012A3E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26732"/>
            <a:ext cx="6805613" cy="5382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301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673C-8F85-4410-ABB1-7D54D23E360D}"/>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17</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381000" y="818923"/>
            <a:ext cx="8229600" cy="5866598"/>
          </a:xfrm>
        </p:spPr>
        <p:txBody>
          <a:bodyPr>
            <a:normAutofit/>
          </a:bodyPr>
          <a:lstStyle/>
          <a:p>
            <a:pPr algn="just"/>
            <a:r>
              <a:rPr lang="en-US" sz="2400"/>
              <a:t>Bài toán</a:t>
            </a:r>
            <a:r>
              <a:rPr lang="vi-VN" sz="2400" b="0"/>
              <a:t>: </a:t>
            </a:r>
            <a:r>
              <a:rPr lang="en-US" sz="2400" b="0"/>
              <a:t>X</a:t>
            </a:r>
            <a:r>
              <a:rPr lang="vi-VN" sz="2400" b="0"/>
              <a:t>ây dựng mô hình Machine Learning, dự đoán ngày mai có mưa hay không bằng cách nghiên cứu dữ liệu </a:t>
            </a:r>
            <a:r>
              <a:rPr lang="en-US" sz="2400" b="0"/>
              <a:t>thời tiết </a:t>
            </a:r>
            <a:r>
              <a:rPr lang="vi-VN" sz="2400" b="0"/>
              <a:t>trong quá khứ.</a:t>
            </a:r>
          </a:p>
          <a:p>
            <a:pPr algn="just"/>
            <a:r>
              <a:rPr lang="vi-VN" sz="1800" b="0"/>
              <a:t>Mô tả tập dữ liệu: Tập dữ liệu này chứa khoảng 145k quan sát về điều kiện thời tiết hàng ngày như được quan sát từ nhiều trạm thời tiết ở Úc. Tập dữ liệu có khoảng 24 tính năng và chúng tôi sẽ sử dụng 23 tính năng (biến dự đoán Predictor variables) để dự đoán biến mục tiêu (target variable), đó là “RainTomorrow”.</a:t>
            </a:r>
            <a:endParaRPr lang="en-US" sz="1800" b="0"/>
          </a:p>
          <a:p>
            <a:r>
              <a:rPr lang="en-US" sz="1800" b="0" i="0">
                <a:solidFill>
                  <a:srgbClr val="1B1B1B"/>
                </a:solidFill>
                <a:effectLst/>
                <a:latin typeface="Open Sans" panose="020B0606030504020204" pitchFamily="34" charset="0"/>
              </a:rPr>
              <a:t>Tải tập dữ liệu weatherAUS: </a:t>
            </a:r>
            <a:r>
              <a:rPr lang="en-US" sz="1800" b="0" i="0" u="none" strike="noStrike">
                <a:solidFill>
                  <a:srgbClr val="2B6DAD"/>
                </a:solidFill>
                <a:effectLst/>
                <a:latin typeface="Open Sans" panose="020B0606030504020204" pitchFamily="34" charset="0"/>
                <a:hlinkClick r:id="rId2"/>
              </a:rPr>
              <a:t>ở đây</a:t>
            </a:r>
            <a:r>
              <a:rPr lang="en-US" sz="1800" b="0" u="none" strike="noStrike">
                <a:solidFill>
                  <a:srgbClr val="1B1B1B"/>
                </a:solidFill>
                <a:latin typeface="Open Sans" panose="020B0606030504020204" pitchFamily="34" charset="0"/>
              </a:rPr>
              <a:t>: https://rattle.togaware.com/weatherAUS.csv</a:t>
            </a:r>
            <a:endParaRPr lang="en-US" sz="1800" b="0"/>
          </a:p>
          <a:p>
            <a:pPr algn="just"/>
            <a:r>
              <a:rPr lang="vi-VN" sz="1800" b="0" i="0">
                <a:solidFill>
                  <a:srgbClr val="1B1B1B"/>
                </a:solidFill>
                <a:effectLst/>
                <a:latin typeface="Open Sans" panose="020B0606030504020204" pitchFamily="34" charset="0"/>
              </a:rPr>
              <a:t>Biến mục tiêu này (RainTomorrow) sẽ lưu trữ hai giá trị:</a:t>
            </a:r>
          </a:p>
          <a:p>
            <a:pPr marL="800100" lvl="2" indent="0" algn="just">
              <a:buNone/>
            </a:pPr>
            <a:r>
              <a:rPr lang="vi-VN" sz="1400" i="0">
                <a:solidFill>
                  <a:srgbClr val="1B1B1B"/>
                </a:solidFill>
                <a:effectLst/>
                <a:latin typeface="Open Sans" panose="020B0606030504020204" pitchFamily="34" charset="0"/>
              </a:rPr>
              <a:t>Yes: Biểu thị rằng trời sẽ mưa vào ngày mai</a:t>
            </a:r>
          </a:p>
          <a:p>
            <a:pPr marL="800100" lvl="2" indent="0" algn="just">
              <a:buNone/>
            </a:pPr>
            <a:r>
              <a:rPr lang="vi-VN" sz="1400" i="0">
                <a:solidFill>
                  <a:srgbClr val="1B1B1B"/>
                </a:solidFill>
                <a:effectLst/>
                <a:latin typeface="Open Sans" panose="020B0606030504020204" pitchFamily="34" charset="0"/>
              </a:rPr>
              <a:t>No: Biểu thị trời sẽ không mưa vào ngày mai</a:t>
            </a:r>
          </a:p>
          <a:p>
            <a:pPr algn="just"/>
            <a:r>
              <a:rPr lang="en-US" sz="1800" b="0">
                <a:solidFill>
                  <a:srgbClr val="1B1B1B"/>
                </a:solidFill>
                <a:latin typeface="Open Sans" panose="020B0606030504020204" pitchFamily="34" charset="0"/>
              </a:rPr>
              <a:t>Đ</a:t>
            </a:r>
            <a:r>
              <a:rPr lang="vi-VN" sz="1800" b="0" i="0">
                <a:solidFill>
                  <a:srgbClr val="1B1B1B"/>
                </a:solidFill>
                <a:effectLst/>
                <a:latin typeface="Open Sans" panose="020B0606030504020204" pitchFamily="34" charset="0"/>
              </a:rPr>
              <a:t>ây </a:t>
            </a:r>
            <a:r>
              <a:rPr lang="en-US" sz="1800" b="0" i="0">
                <a:solidFill>
                  <a:srgbClr val="1B1B1B"/>
                </a:solidFill>
                <a:effectLst/>
                <a:latin typeface="Open Sans" panose="020B0606030504020204" pitchFamily="34" charset="0"/>
              </a:rPr>
              <a:t>l</a:t>
            </a:r>
            <a:r>
              <a:rPr lang="vi-VN" sz="1800" b="0" i="0">
                <a:solidFill>
                  <a:srgbClr val="1B1B1B"/>
                </a:solidFill>
                <a:effectLst/>
                <a:latin typeface="Open Sans" panose="020B0606030504020204" pitchFamily="34" charset="0"/>
              </a:rPr>
              <a:t>à một vấn đề phân loại (classification problem). </a:t>
            </a:r>
            <a:endParaRPr lang="en-US" sz="1800" b="0" i="0">
              <a:solidFill>
                <a:srgbClr val="1B1B1B"/>
              </a:solidFill>
              <a:effectLst/>
              <a:latin typeface="Open Sans" panose="020B0606030504020204" pitchFamily="34" charset="0"/>
            </a:endParaRPr>
          </a:p>
          <a:p>
            <a:pPr algn="just"/>
            <a:r>
              <a:rPr lang="vi-VN" sz="1800" b="0" i="0">
                <a:solidFill>
                  <a:srgbClr val="1B1B1B"/>
                </a:solidFill>
                <a:effectLst/>
                <a:latin typeface="Open Sans" panose="020B0606030504020204" pitchFamily="34" charset="0"/>
              </a:rPr>
              <a:t>Mô hình Machine Learning sẽ phân loại đầu ra thành 2 lớp, YES hoặc NO.</a:t>
            </a:r>
          </a:p>
          <a:p>
            <a:pPr algn="just"/>
            <a:r>
              <a:rPr lang="en-US" sz="1800" b="0" i="0">
                <a:solidFill>
                  <a:srgbClr val="1B1B1B"/>
                </a:solidFill>
                <a:effectLst/>
                <a:latin typeface="Open Sans" panose="020B0606030504020204" pitchFamily="34" charset="0"/>
              </a:rPr>
              <a:t>Yêu cầu</a:t>
            </a:r>
            <a:r>
              <a:rPr lang="vi-VN" sz="1800" b="0" i="0">
                <a:solidFill>
                  <a:srgbClr val="1B1B1B"/>
                </a:solidFill>
                <a:effectLst/>
                <a:latin typeface="Open Sans" panose="020B0606030504020204" pitchFamily="34" charset="0"/>
              </a:rPr>
              <a:t>: Xây dựng các mô hình Phân loại (Classification models) để dự đoán ngày mai trời sẽ mưa hay không dựa trên các điều kiện thời tiết.</a:t>
            </a:r>
          </a:p>
        </p:txBody>
      </p:sp>
    </p:spTree>
    <p:extLst>
      <p:ext uri="{BB962C8B-B14F-4D97-AF65-F5344CB8AC3E}">
        <p14:creationId xmlns:p14="http://schemas.microsoft.com/office/powerpoint/2010/main" val="1410748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18</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algn="just"/>
            <a:r>
              <a:rPr lang="vi-VN" sz="2000" b="1" i="0">
                <a:solidFill>
                  <a:srgbClr val="1B1B1B"/>
                </a:solidFill>
                <a:effectLst/>
                <a:latin typeface="Open Sans" panose="020B0606030504020204" pitchFamily="34" charset="0"/>
              </a:rPr>
              <a:t>Bước 1: </a:t>
            </a:r>
            <a:r>
              <a:rPr lang="en-US" sz="2000">
                <a:solidFill>
                  <a:srgbClr val="1B1B1B"/>
                </a:solidFill>
                <a:latin typeface="Open Sans" panose="020B0606030504020204" pitchFamily="34" charset="0"/>
              </a:rPr>
              <a:t> </a:t>
            </a:r>
            <a:r>
              <a:rPr lang="vi-VN" sz="2000" b="1" i="0">
                <a:solidFill>
                  <a:srgbClr val="1B1B1B"/>
                </a:solidFill>
                <a:effectLst/>
                <a:latin typeface="Open Sans" panose="020B0606030504020204" pitchFamily="34" charset="0"/>
              </a:rPr>
              <a:t>Nhập các thư viện cần thiết</a:t>
            </a:r>
            <a:endParaRPr lang="en-US" sz="2000" b="1" i="0">
              <a:solidFill>
                <a:srgbClr val="1B1B1B"/>
              </a:solidFill>
              <a:effectLst/>
              <a:latin typeface="Open Sans" panose="020B0606030504020204" pitchFamily="34" charset="0"/>
            </a:endParaRPr>
          </a:p>
          <a:p>
            <a:pPr algn="just"/>
            <a:endParaRPr lang="en-US" sz="160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algn="just"/>
            <a:endParaRPr lang="en-US" sz="1600" b="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algn="just"/>
            <a:endParaRPr lang="en-US" sz="1600" b="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algn="just"/>
            <a:r>
              <a:rPr lang="vi-VN" sz="2000" b="1" i="0">
                <a:solidFill>
                  <a:srgbClr val="1B1B1B"/>
                </a:solidFill>
                <a:effectLst/>
                <a:latin typeface="Open Sans" panose="020B0606030504020204" pitchFamily="34" charset="0"/>
              </a:rPr>
              <a:t>Bước 2: Tải tập dữ liệu</a:t>
            </a:r>
            <a:endParaRPr lang="vi-VN" sz="2000" b="0" i="0">
              <a:solidFill>
                <a:srgbClr val="1B1B1B"/>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6A8F1026-35FB-4AC6-8485-8B8B7FABD155}"/>
              </a:ext>
            </a:extLst>
          </p:cNvPr>
          <p:cNvSpPr txBox="1"/>
          <p:nvPr/>
        </p:nvSpPr>
        <p:spPr>
          <a:xfrm>
            <a:off x="1066800" y="1371600"/>
            <a:ext cx="7594600" cy="1477328"/>
          </a:xfrm>
          <a:prstGeom prst="rect">
            <a:avLst/>
          </a:prstGeom>
          <a:solidFill>
            <a:schemeClr val="accent1">
              <a:lumMod val="20000"/>
              <a:lumOff val="80000"/>
            </a:schemeClr>
          </a:solidFill>
        </p:spPr>
        <p:txBody>
          <a:bodyPr wrap="square">
            <a:spAutoFit/>
          </a:bodyPr>
          <a:lstStyle/>
          <a:p>
            <a:r>
              <a:rPr lang="en-US"/>
              <a:t># AI/main.py</a:t>
            </a:r>
          </a:p>
          <a:p>
            <a:r>
              <a:rPr lang="en-US"/>
              <a:t># For linear algebra</a:t>
            </a:r>
          </a:p>
          <a:p>
            <a:r>
              <a:rPr lang="en-US"/>
              <a:t>import numpy as np</a:t>
            </a:r>
          </a:p>
          <a:p>
            <a:r>
              <a:rPr lang="en-US"/>
              <a:t># For data processing</a:t>
            </a:r>
          </a:p>
          <a:p>
            <a:r>
              <a:rPr lang="en-US"/>
              <a:t>import pandas as pd</a:t>
            </a:r>
          </a:p>
        </p:txBody>
      </p:sp>
      <p:sp>
        <p:nvSpPr>
          <p:cNvPr id="8" name="TextBox 7">
            <a:extLst>
              <a:ext uri="{FF2B5EF4-FFF2-40B4-BE49-F238E27FC236}">
                <a16:creationId xmlns:a16="http://schemas.microsoft.com/office/drawing/2014/main" id="{A767126C-655B-451B-9463-E2414D754247}"/>
              </a:ext>
            </a:extLst>
          </p:cNvPr>
          <p:cNvSpPr txBox="1"/>
          <p:nvPr/>
        </p:nvSpPr>
        <p:spPr>
          <a:xfrm>
            <a:off x="1016000" y="3810000"/>
            <a:ext cx="7645400" cy="2308324"/>
          </a:xfrm>
          <a:prstGeom prst="rect">
            <a:avLst/>
          </a:prstGeom>
          <a:solidFill>
            <a:schemeClr val="accent1">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D73A49"/>
                </a:solidFill>
                <a:effectLst/>
                <a:latin typeface="SFMono-Regular"/>
              </a:rPr>
              <a:t>import</a:t>
            </a:r>
            <a:r>
              <a:rPr lang="en-US" b="0" i="0">
                <a:solidFill>
                  <a:srgbClr val="24292E"/>
                </a:solidFill>
                <a:effectLst/>
                <a:latin typeface="SFMono-Regular"/>
              </a:rPr>
              <a:t> ... </a:t>
            </a:r>
          </a:p>
          <a:p>
            <a:r>
              <a:rPr lang="en-US" b="0" i="0">
                <a:solidFill>
                  <a:srgbClr val="6A737D"/>
                </a:solidFill>
                <a:effectLst/>
                <a:latin typeface="SFMono-Regular"/>
              </a:rPr>
              <a:t>#Load the data set</a:t>
            </a:r>
            <a:r>
              <a:rPr lang="en-US" b="0" i="0">
                <a:solidFill>
                  <a:srgbClr val="24292E"/>
                </a:solidFill>
                <a:effectLst/>
                <a:latin typeface="SFMono-Regular"/>
              </a:rPr>
              <a:t> </a:t>
            </a:r>
          </a:p>
          <a:p>
            <a:r>
              <a:rPr lang="en-US" b="0" i="0">
                <a:solidFill>
                  <a:srgbClr val="24292E"/>
                </a:solidFill>
                <a:effectLst/>
                <a:latin typeface="SFMono-Regular"/>
              </a:rPr>
              <a:t>df </a:t>
            </a:r>
            <a:r>
              <a:rPr lang="en-US" b="0" i="0">
                <a:solidFill>
                  <a:srgbClr val="D73A49"/>
                </a:solidFill>
                <a:effectLst/>
                <a:latin typeface="SFMono-Regular"/>
              </a:rPr>
              <a:t>=</a:t>
            </a:r>
            <a:r>
              <a:rPr lang="en-US" b="0" i="0">
                <a:solidFill>
                  <a:srgbClr val="24292E"/>
                </a:solidFill>
                <a:effectLst/>
                <a:latin typeface="SFMono-Regular"/>
              </a:rPr>
              <a:t> pd.read_csv(</a:t>
            </a:r>
            <a:r>
              <a:rPr lang="en-US" b="0" i="0">
                <a:solidFill>
                  <a:srgbClr val="032F62"/>
                </a:solidFill>
                <a:effectLst/>
                <a:latin typeface="SFMono-Regular"/>
              </a:rPr>
              <a:t>'./weatherAUS.csv’</a:t>
            </a:r>
            <a:r>
              <a:rPr lang="en-US" b="0" i="0">
                <a:solidFill>
                  <a:srgbClr val="24292E"/>
                </a:solidFill>
                <a:effectLst/>
                <a:latin typeface="SFMono-Regular"/>
              </a:rPr>
              <a:t>) </a:t>
            </a:r>
          </a:p>
          <a:p>
            <a:r>
              <a:rPr lang="en-US" b="0" i="0">
                <a:solidFill>
                  <a:srgbClr val="6A737D"/>
                </a:solidFill>
                <a:effectLst/>
                <a:latin typeface="SFMono-Regular"/>
              </a:rPr>
              <a:t>#Display the shape of the data set</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a:t>
            </a:r>
            <a:r>
              <a:rPr lang="en-US" b="0" i="0">
                <a:solidFill>
                  <a:srgbClr val="032F62"/>
                </a:solidFill>
                <a:effectLst/>
                <a:latin typeface="SFMono-Regular"/>
              </a:rPr>
              <a:t>'Size of weather data frame is :'</a:t>
            </a:r>
            <a:r>
              <a:rPr lang="en-US" b="0" i="0">
                <a:solidFill>
                  <a:srgbClr val="24292E"/>
                </a:solidFill>
                <a:effectLst/>
                <a:latin typeface="SFMono-Regular"/>
              </a:rPr>
              <a:t>,df.shape)</a:t>
            </a:r>
          </a:p>
          <a:p>
            <a:r>
              <a:rPr lang="en-US" b="0" i="0">
                <a:solidFill>
                  <a:srgbClr val="24292E"/>
                </a:solidFill>
                <a:effectLst/>
                <a:latin typeface="SFMono-Regular"/>
              </a:rPr>
              <a:t> </a:t>
            </a:r>
            <a:r>
              <a:rPr lang="en-US" b="0" i="0">
                <a:solidFill>
                  <a:srgbClr val="6A737D"/>
                </a:solidFill>
                <a:effectLst/>
                <a:latin typeface="SFMono-Regular"/>
              </a:rPr>
              <a:t>#Display data</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(df[</a:t>
            </a:r>
            <a:r>
              <a:rPr lang="en-US" b="0" i="0">
                <a:solidFill>
                  <a:srgbClr val="005CC5"/>
                </a:solidFill>
                <a:effectLst/>
                <a:latin typeface="SFMono-Regular"/>
              </a:rPr>
              <a:t>0</a:t>
            </a:r>
            <a:r>
              <a:rPr lang="en-US" b="0" i="0">
                <a:solidFill>
                  <a:srgbClr val="24292E"/>
                </a:solidFill>
                <a:effectLst/>
                <a:latin typeface="SFMono-Regular"/>
              </a:rPr>
              <a:t>:</a:t>
            </a:r>
            <a:r>
              <a:rPr lang="en-US" b="0" i="0">
                <a:solidFill>
                  <a:srgbClr val="005CC5"/>
                </a:solidFill>
                <a:effectLst/>
                <a:latin typeface="SFMono-Regular"/>
              </a:rPr>
              <a:t>5</a:t>
            </a:r>
            <a:r>
              <a:rPr lang="en-US" b="0" i="0">
                <a:solidFill>
                  <a:srgbClr val="24292E"/>
                </a:solidFill>
                <a:effectLst/>
                <a:latin typeface="SFMono-Regular"/>
              </a:rPr>
              <a:t>])</a:t>
            </a:r>
            <a:endParaRPr lang="en-US"/>
          </a:p>
        </p:txBody>
      </p:sp>
      <p:sp>
        <p:nvSpPr>
          <p:cNvPr id="9" name="Title 1">
            <a:extLst>
              <a:ext uri="{FF2B5EF4-FFF2-40B4-BE49-F238E27FC236}">
                <a16:creationId xmlns:a16="http://schemas.microsoft.com/office/drawing/2014/main" id="{CC43A228-3F35-4F41-AE9A-329685239304}"/>
              </a:ext>
            </a:extLst>
          </p:cNvPr>
          <p:cNvSpPr txBox="1">
            <a:spLocks/>
          </p:cNvSpPr>
          <p:nvPr/>
        </p:nvSpPr>
        <p:spPr>
          <a:xfrm>
            <a:off x="0" y="-152400"/>
            <a:ext cx="9144000" cy="88423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b="1" kern="1200">
                <a:solidFill>
                  <a:schemeClr val="bg1"/>
                </a:solidFill>
                <a:latin typeface="Myriad Pro"/>
                <a:ea typeface="+mj-ea"/>
                <a:cs typeface="Myriad Pro"/>
              </a:defRPr>
            </a:lvl1pPr>
          </a:lstStyle>
          <a:p>
            <a:r>
              <a:rPr lang="en-US" sz="2800">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1561481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19</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algn="just"/>
            <a:r>
              <a:rPr lang="en-US" sz="2800" b="1" i="0">
                <a:solidFill>
                  <a:srgbClr val="1B1B1B"/>
                </a:solidFill>
                <a:effectLst/>
                <a:latin typeface="+mn-lt"/>
              </a:rPr>
              <a:t>Chạy lệnh </a:t>
            </a:r>
            <a:r>
              <a:rPr lang="en-US" sz="2800" b="0" i="0">
                <a:solidFill>
                  <a:srgbClr val="1B1B1B"/>
                </a:solidFill>
                <a:effectLst/>
                <a:latin typeface="+mn-lt"/>
              </a:rPr>
              <a:t>python main.py sẽ hiển thị kết quả</a:t>
            </a:r>
            <a:endParaRPr lang="en-US" sz="2800" b="1" i="0">
              <a:solidFill>
                <a:srgbClr val="1B1B1B"/>
              </a:solidFill>
              <a:effectLst/>
              <a:latin typeface="+mn-lt"/>
            </a:endParaRPr>
          </a:p>
          <a:p>
            <a:pPr algn="just"/>
            <a:endParaRPr lang="en-US" sz="160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algn="just"/>
            <a:endParaRPr lang="en-US" sz="1600" b="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algn="just"/>
            <a:endParaRPr lang="en-US" sz="1600" b="0">
              <a:solidFill>
                <a:srgbClr val="1B1B1B"/>
              </a:solidFill>
              <a:latin typeface="Open Sans" panose="020B0606030504020204" pitchFamily="34" charset="0"/>
            </a:endParaRPr>
          </a:p>
          <a:p>
            <a:pPr algn="just"/>
            <a:endParaRPr lang="en-US" sz="1600" b="0" i="0">
              <a:solidFill>
                <a:srgbClr val="1B1B1B"/>
              </a:solidFill>
              <a:effectLst/>
              <a:latin typeface="Open Sans" panose="020B0606030504020204" pitchFamily="34" charset="0"/>
            </a:endParaRPr>
          </a:p>
          <a:p>
            <a:pPr marL="0" indent="0" algn="just">
              <a:buNone/>
            </a:pPr>
            <a:r>
              <a:rPr lang="vi-VN" sz="2800" b="1" i="0">
                <a:solidFill>
                  <a:srgbClr val="1B1B1B"/>
                </a:solidFill>
                <a:effectLst/>
                <a:latin typeface="Open Sans" panose="020B0606030504020204" pitchFamily="34" charset="0"/>
              </a:rPr>
              <a:t>Bước 3: Xử lý dữ liệu</a:t>
            </a:r>
            <a:endParaRPr lang="en-US" sz="2800" b="1" i="0">
              <a:solidFill>
                <a:srgbClr val="1B1B1B"/>
              </a:solidFill>
              <a:effectLst/>
              <a:latin typeface="Open Sans" panose="020B0606030504020204" pitchFamily="34" charset="0"/>
            </a:endParaRPr>
          </a:p>
          <a:p>
            <a:pPr marL="0" indent="0" algn="just">
              <a:buNone/>
            </a:pPr>
            <a:endParaRPr lang="en-US" sz="2800">
              <a:solidFill>
                <a:srgbClr val="1B1B1B"/>
              </a:solidFill>
              <a:latin typeface="Open Sans" panose="020B0606030504020204" pitchFamily="34" charset="0"/>
            </a:endParaRPr>
          </a:p>
          <a:p>
            <a:pPr marL="0" indent="0" algn="just">
              <a:buNone/>
            </a:pPr>
            <a:endParaRPr lang="en-US" sz="2800" b="0" i="0">
              <a:solidFill>
                <a:srgbClr val="1B1B1B"/>
              </a:solidFill>
              <a:effectLst/>
              <a:latin typeface="Open Sans" panose="020B0606030504020204" pitchFamily="34" charset="0"/>
            </a:endParaRPr>
          </a:p>
          <a:p>
            <a:pPr marL="0" indent="0" algn="just">
              <a:buNone/>
            </a:pPr>
            <a:r>
              <a:rPr lang="en-US" sz="2800" b="0" i="0">
                <a:solidFill>
                  <a:srgbClr val="1B1B1B"/>
                </a:solidFill>
                <a:effectLst/>
                <a:latin typeface="Open Sans" panose="020B0606030504020204" pitchFamily="34" charset="0"/>
              </a:rPr>
              <a:t>Và kết quả:</a:t>
            </a:r>
            <a:endParaRPr lang="en-US" sz="2800" b="1" i="0">
              <a:solidFill>
                <a:srgbClr val="1B1B1B"/>
              </a:solidFill>
              <a:effectLst/>
              <a:latin typeface="Open Sans" panose="020B0606030504020204" pitchFamily="34" charset="0"/>
            </a:endParaRPr>
          </a:p>
          <a:p>
            <a:pPr marL="0" indent="0" algn="just">
              <a:buNone/>
            </a:pPr>
            <a:endParaRPr lang="vi-VN" sz="1600" b="0" i="0">
              <a:solidFill>
                <a:srgbClr val="1B1B1B"/>
              </a:solidFill>
              <a:effectLst/>
              <a:latin typeface="Open Sans" panose="020B0606030504020204" pitchFamily="34" charset="0"/>
            </a:endParaRPr>
          </a:p>
        </p:txBody>
      </p:sp>
      <p:pic>
        <p:nvPicPr>
          <p:cNvPr id="8198" name="Picture 6">
            <a:extLst>
              <a:ext uri="{FF2B5EF4-FFF2-40B4-BE49-F238E27FC236}">
                <a16:creationId xmlns:a16="http://schemas.microsoft.com/office/drawing/2014/main" id="{3670F296-975A-421D-AFD4-0BA4D8873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1600200"/>
            <a:ext cx="9144000" cy="121761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0D4D50E-D40D-446D-A9C8-D2697FB7988A}"/>
              </a:ext>
            </a:extLst>
          </p:cNvPr>
          <p:cNvSpPr txBox="1"/>
          <p:nvPr/>
        </p:nvSpPr>
        <p:spPr>
          <a:xfrm>
            <a:off x="304800" y="3823945"/>
            <a:ext cx="4876800" cy="830997"/>
          </a:xfrm>
          <a:prstGeom prst="rect">
            <a:avLst/>
          </a:prstGeom>
          <a:solidFill>
            <a:schemeClr val="accent1">
              <a:lumMod val="40000"/>
              <a:lumOff val="60000"/>
            </a:schemeClr>
          </a:solidFill>
        </p:spPr>
        <p:txBody>
          <a:bodyPr wrap="square">
            <a:spAutoFit/>
          </a:bodyPr>
          <a:lstStyle/>
          <a:p>
            <a:r>
              <a:rPr lang="en-US" sz="2400" b="0" i="0">
                <a:solidFill>
                  <a:srgbClr val="6A737D"/>
                </a:solidFill>
                <a:effectLst/>
                <a:latin typeface="SFMono-Regular"/>
              </a:rPr>
              <a:t>#AI/main.py</a:t>
            </a:r>
            <a:r>
              <a:rPr lang="en-US" sz="2400" b="0" i="0">
                <a:solidFill>
                  <a:srgbClr val="24292E"/>
                </a:solidFill>
                <a:effectLst/>
                <a:latin typeface="SFMono-Regular"/>
              </a:rPr>
              <a:t> </a:t>
            </a:r>
            <a:r>
              <a:rPr lang="en-US" sz="2400" b="0" i="0">
                <a:solidFill>
                  <a:srgbClr val="6A737D"/>
                </a:solidFill>
                <a:effectLst/>
                <a:latin typeface="SFMono-Regular"/>
              </a:rPr>
              <a:t># Checking for null values</a:t>
            </a:r>
            <a:r>
              <a:rPr lang="en-US" sz="2400" b="0" i="0">
                <a:solidFill>
                  <a:srgbClr val="24292E"/>
                </a:solidFill>
                <a:effectLst/>
                <a:latin typeface="SFMono-Regular"/>
              </a:rPr>
              <a:t> </a:t>
            </a:r>
            <a:r>
              <a:rPr lang="en-US" sz="2400" b="0" i="0">
                <a:solidFill>
                  <a:srgbClr val="D73A49"/>
                </a:solidFill>
                <a:effectLst/>
                <a:latin typeface="SFMono-Regular"/>
              </a:rPr>
              <a:t>print</a:t>
            </a:r>
            <a:r>
              <a:rPr lang="en-US" sz="2400" b="0" i="0">
                <a:solidFill>
                  <a:srgbClr val="24292E"/>
                </a:solidFill>
                <a:effectLst/>
                <a:latin typeface="SFMono-Regular"/>
              </a:rPr>
              <a:t>(df.count().sort_values())</a:t>
            </a:r>
            <a:endParaRPr lang="en-US" sz="2400"/>
          </a:p>
        </p:txBody>
      </p:sp>
      <p:pic>
        <p:nvPicPr>
          <p:cNvPr id="14" name="Picture 13">
            <a:extLst>
              <a:ext uri="{FF2B5EF4-FFF2-40B4-BE49-F238E27FC236}">
                <a16:creationId xmlns:a16="http://schemas.microsoft.com/office/drawing/2014/main" id="{4A991DE8-1364-4056-AFDB-34455C004E36}"/>
              </a:ext>
            </a:extLst>
          </p:cNvPr>
          <p:cNvPicPr>
            <a:picLocks noChangeAspect="1"/>
          </p:cNvPicPr>
          <p:nvPr/>
        </p:nvPicPr>
        <p:blipFill>
          <a:blip r:embed="rId3"/>
          <a:stretch>
            <a:fillRect/>
          </a:stretch>
        </p:blipFill>
        <p:spPr>
          <a:xfrm>
            <a:off x="5848817" y="2896436"/>
            <a:ext cx="2018366" cy="3980666"/>
          </a:xfrm>
          <a:prstGeom prst="rect">
            <a:avLst/>
          </a:prstGeom>
        </p:spPr>
      </p:pic>
      <p:sp>
        <p:nvSpPr>
          <p:cNvPr id="10" name="Title 1">
            <a:extLst>
              <a:ext uri="{FF2B5EF4-FFF2-40B4-BE49-F238E27FC236}">
                <a16:creationId xmlns:a16="http://schemas.microsoft.com/office/drawing/2014/main" id="{E5037030-6A9D-4461-8325-3DA1D7B01674}"/>
              </a:ext>
            </a:extLst>
          </p:cNvPr>
          <p:cNvSpPr txBox="1">
            <a:spLocks/>
          </p:cNvSpPr>
          <p:nvPr/>
        </p:nvSpPr>
        <p:spPr>
          <a:xfrm>
            <a:off x="0" y="-152400"/>
            <a:ext cx="9144000" cy="88423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b="1" kern="1200">
                <a:solidFill>
                  <a:schemeClr val="bg1"/>
                </a:solidFill>
                <a:latin typeface="Myriad Pro"/>
                <a:ea typeface="+mj-ea"/>
                <a:cs typeface="Myriad Pro"/>
              </a:defRPr>
            </a:lvl1pPr>
          </a:lstStyle>
          <a:p>
            <a:r>
              <a:rPr lang="en-US" sz="2800">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3079836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20</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3: Xử lý dữ liệu</a:t>
            </a:r>
            <a:endParaRPr lang="en-US" sz="2800" b="1" i="0">
              <a:solidFill>
                <a:srgbClr val="1B1B1B"/>
              </a:solidFill>
              <a:effectLst/>
              <a:latin typeface="Open Sans" panose="020B0606030504020204" pitchFamily="34" charset="0"/>
            </a:endParaRPr>
          </a:p>
          <a:p>
            <a:pPr marL="0" indent="0" algn="just">
              <a:buNone/>
            </a:pPr>
            <a:r>
              <a:rPr lang="vi-VN" sz="2400" b="0">
                <a:solidFill>
                  <a:srgbClr val="1B1B1B"/>
                </a:solidFill>
                <a:latin typeface="Open Sans" panose="020B0606030504020204" pitchFamily="34" charset="0"/>
              </a:rPr>
              <a:t>Lưu ý đầu ra</a:t>
            </a:r>
            <a:r>
              <a:rPr lang="en-US" sz="2400" b="0">
                <a:solidFill>
                  <a:srgbClr val="1B1B1B"/>
                </a:solidFill>
                <a:latin typeface="Open Sans" panose="020B0606030504020204" pitchFamily="34" charset="0"/>
              </a:rPr>
              <a:t>:</a:t>
            </a:r>
          </a:p>
          <a:p>
            <a:pPr algn="just">
              <a:buFontTx/>
              <a:buChar char="-"/>
            </a:pPr>
            <a:r>
              <a:rPr lang="en-US" sz="2400" b="0">
                <a:solidFill>
                  <a:srgbClr val="1B1B1B"/>
                </a:solidFill>
                <a:latin typeface="Open Sans" panose="020B0606030504020204" pitchFamily="34" charset="0"/>
              </a:rPr>
              <a:t>B</a:t>
            </a:r>
            <a:r>
              <a:rPr lang="vi-VN" sz="2400" b="0">
                <a:solidFill>
                  <a:srgbClr val="1B1B1B"/>
                </a:solidFill>
                <a:latin typeface="Open Sans" panose="020B0606030504020204" pitchFamily="34" charset="0"/>
              </a:rPr>
              <a:t>ốn cột đầu tiên có hơn 40% giá trị null, do đó, tốt nhất là n</a:t>
            </a:r>
            <a:r>
              <a:rPr lang="en-US" sz="2400" b="0">
                <a:solidFill>
                  <a:srgbClr val="1B1B1B"/>
                </a:solidFill>
                <a:latin typeface="Open Sans" panose="020B0606030504020204" pitchFamily="34" charset="0"/>
              </a:rPr>
              <a:t>ên</a:t>
            </a:r>
            <a:r>
              <a:rPr lang="vi-VN" sz="2400" b="0">
                <a:solidFill>
                  <a:srgbClr val="1B1B1B"/>
                </a:solidFill>
                <a:latin typeface="Open Sans" panose="020B0606030504020204" pitchFamily="34" charset="0"/>
              </a:rPr>
              <a:t> </a:t>
            </a:r>
            <a:r>
              <a:rPr lang="en-US" sz="2400" b="0">
                <a:solidFill>
                  <a:srgbClr val="1B1B1B"/>
                </a:solidFill>
                <a:latin typeface="Open Sans" panose="020B0606030504020204" pitchFamily="34" charset="0"/>
              </a:rPr>
              <a:t>loại bỏ các cột này</a:t>
            </a:r>
            <a:r>
              <a:rPr lang="vi-VN" sz="2400" b="0">
                <a:solidFill>
                  <a:srgbClr val="1B1B1B"/>
                </a:solidFill>
                <a:latin typeface="Open Sans" panose="020B0606030504020204" pitchFamily="34" charset="0"/>
              </a:rPr>
              <a:t>.</a:t>
            </a:r>
            <a:r>
              <a:rPr lang="en-US" sz="2400" b="0">
                <a:solidFill>
                  <a:srgbClr val="1B1B1B"/>
                </a:solidFill>
                <a:latin typeface="Open Sans" panose="020B0606030504020204" pitchFamily="34" charset="0"/>
              </a:rPr>
              <a:t> </a:t>
            </a:r>
            <a:endParaRPr lang="vi-VN" sz="2400" b="0">
              <a:solidFill>
                <a:srgbClr val="1B1B1B"/>
              </a:solidFill>
              <a:latin typeface="Open Sans" panose="020B0606030504020204" pitchFamily="34" charset="0"/>
            </a:endParaRPr>
          </a:p>
          <a:p>
            <a:pPr algn="just">
              <a:buFontTx/>
              <a:buChar char="-"/>
            </a:pPr>
            <a:r>
              <a:rPr lang="vi-VN" sz="2400" b="0">
                <a:solidFill>
                  <a:srgbClr val="1B1B1B"/>
                </a:solidFill>
                <a:latin typeface="Open Sans" panose="020B0606030504020204" pitchFamily="34" charset="0"/>
              </a:rPr>
              <a:t>Trong quá trình tiền xử lý dữ liệu luôn cần phải loại bỏ các biến không đáng kể. Dữ liệu không cần thiết sẽ chỉ làm </a:t>
            </a:r>
            <a:r>
              <a:rPr lang="en-US" sz="2400" b="0">
                <a:solidFill>
                  <a:srgbClr val="1B1B1B"/>
                </a:solidFill>
                <a:latin typeface="Open Sans" panose="020B0606030504020204" pitchFamily="34" charset="0"/>
              </a:rPr>
              <a:t>mất thời gian t</a:t>
            </a:r>
            <a:r>
              <a:rPr lang="vi-VN" sz="2400" b="0">
                <a:solidFill>
                  <a:srgbClr val="1B1B1B"/>
                </a:solidFill>
                <a:latin typeface="Open Sans" panose="020B0606030504020204" pitchFamily="34" charset="0"/>
              </a:rPr>
              <a:t>ính toán. </a:t>
            </a:r>
            <a:endParaRPr lang="en-US" sz="2400" b="0">
              <a:solidFill>
                <a:srgbClr val="1B1B1B"/>
              </a:solidFill>
              <a:latin typeface="Open Sans" panose="020B0606030504020204" pitchFamily="34" charset="0"/>
            </a:endParaRPr>
          </a:p>
          <a:p>
            <a:pPr algn="just">
              <a:buFontTx/>
              <a:buChar char="-"/>
            </a:pPr>
            <a:r>
              <a:rPr lang="vi-VN" sz="2400" b="0">
                <a:solidFill>
                  <a:srgbClr val="1B1B1B"/>
                </a:solidFill>
                <a:latin typeface="Open Sans" panose="020B0606030504020204" pitchFamily="34" charset="0"/>
              </a:rPr>
              <a:t>Do đó</a:t>
            </a:r>
            <a:r>
              <a:rPr lang="en-US" sz="2400" b="0">
                <a:solidFill>
                  <a:srgbClr val="1B1B1B"/>
                </a:solidFill>
                <a:latin typeface="Open Sans" panose="020B0606030504020204" pitchFamily="34" charset="0"/>
              </a:rPr>
              <a:t>:</a:t>
            </a:r>
            <a:r>
              <a:rPr lang="vi-VN" sz="2400" b="0">
                <a:solidFill>
                  <a:srgbClr val="1B1B1B"/>
                </a:solidFill>
                <a:latin typeface="Open Sans" panose="020B0606030504020204" pitchFamily="34" charset="0"/>
              </a:rPr>
              <a:t> </a:t>
            </a:r>
            <a:endParaRPr lang="en-US" sz="2400" b="0">
              <a:solidFill>
                <a:srgbClr val="1B1B1B"/>
              </a:solidFill>
              <a:latin typeface="Open Sans" panose="020B0606030504020204" pitchFamily="34" charset="0"/>
            </a:endParaRPr>
          </a:p>
          <a:p>
            <a:pPr lvl="1" algn="just">
              <a:buFontTx/>
              <a:buChar char="-"/>
            </a:pPr>
            <a:r>
              <a:rPr lang="vi-VN" sz="2000" b="0">
                <a:solidFill>
                  <a:srgbClr val="1B1B1B"/>
                </a:solidFill>
                <a:latin typeface="Open Sans" panose="020B0606030504020204" pitchFamily="34" charset="0"/>
              </a:rPr>
              <a:t>xóa biến ‘</a:t>
            </a:r>
            <a:r>
              <a:rPr lang="en-US" sz="2000" b="0">
                <a:solidFill>
                  <a:srgbClr val="1B1B1B"/>
                </a:solidFill>
                <a:latin typeface="Open Sans" panose="020B0606030504020204" pitchFamily="34" charset="0"/>
              </a:rPr>
              <a:t>Location</a:t>
            </a:r>
            <a:r>
              <a:rPr lang="vi-VN" sz="2000" b="0">
                <a:solidFill>
                  <a:srgbClr val="1B1B1B"/>
                </a:solidFill>
                <a:latin typeface="Open Sans" panose="020B0606030504020204" pitchFamily="34" charset="0"/>
              </a:rPr>
              <a:t>' và biến ‘</a:t>
            </a:r>
            <a:r>
              <a:rPr lang="en-US" sz="2000" b="0">
                <a:solidFill>
                  <a:srgbClr val="1B1B1B"/>
                </a:solidFill>
                <a:latin typeface="Open Sans" panose="020B0606030504020204" pitchFamily="34" charset="0"/>
              </a:rPr>
              <a:t>Date</a:t>
            </a:r>
            <a:r>
              <a:rPr lang="vi-VN" sz="2000" b="0">
                <a:solidFill>
                  <a:srgbClr val="1B1B1B"/>
                </a:solidFill>
                <a:latin typeface="Open Sans" panose="020B0606030504020204" pitchFamily="34" charset="0"/>
              </a:rPr>
              <a:t>' vì chúng không có ý nghĩa trong việc dự đoán thời tiết.</a:t>
            </a:r>
            <a:endParaRPr lang="en-US" sz="2000" b="0">
              <a:solidFill>
                <a:srgbClr val="1B1B1B"/>
              </a:solidFill>
              <a:latin typeface="Open Sans" panose="020B0606030504020204" pitchFamily="34" charset="0"/>
            </a:endParaRPr>
          </a:p>
          <a:p>
            <a:pPr lvl="1" algn="just">
              <a:buFontTx/>
              <a:buChar char="-"/>
            </a:pPr>
            <a:r>
              <a:rPr lang="en-US" sz="2000" b="0">
                <a:solidFill>
                  <a:srgbClr val="1B1B1B"/>
                </a:solidFill>
                <a:latin typeface="Open Sans" panose="020B0606030504020204" pitchFamily="34" charset="0"/>
              </a:rPr>
              <a:t>X</a:t>
            </a:r>
            <a:r>
              <a:rPr lang="vi-VN" sz="2000" b="0">
                <a:solidFill>
                  <a:srgbClr val="1B1B1B"/>
                </a:solidFill>
                <a:latin typeface="Open Sans" panose="020B0606030504020204" pitchFamily="34" charset="0"/>
              </a:rPr>
              <a:t>óa biến 'RISK_MM' vì chúng t</a:t>
            </a:r>
            <a:r>
              <a:rPr lang="en-US" sz="2000" b="0">
                <a:solidFill>
                  <a:srgbClr val="1B1B1B"/>
                </a:solidFill>
                <a:latin typeface="Open Sans" panose="020B0606030504020204" pitchFamily="34" charset="0"/>
              </a:rPr>
              <a:t>a chỉ</a:t>
            </a:r>
            <a:r>
              <a:rPr lang="vi-VN" sz="2000" b="0">
                <a:solidFill>
                  <a:srgbClr val="1B1B1B"/>
                </a:solidFill>
                <a:latin typeface="Open Sans" panose="020B0606030504020204" pitchFamily="34" charset="0"/>
              </a:rPr>
              <a:t> muốn dự đoán 'Rain</a:t>
            </a:r>
            <a:r>
              <a:rPr lang="en-US" sz="2000" b="0">
                <a:solidFill>
                  <a:srgbClr val="1B1B1B"/>
                </a:solidFill>
                <a:latin typeface="Open Sans" panose="020B0606030504020204" pitchFamily="34" charset="0"/>
              </a:rPr>
              <a:t> </a:t>
            </a:r>
            <a:r>
              <a:rPr lang="vi-VN" sz="2000" b="0">
                <a:solidFill>
                  <a:srgbClr val="1B1B1B"/>
                </a:solidFill>
                <a:latin typeface="Open Sans" panose="020B0606030504020204" pitchFamily="34" charset="0"/>
              </a:rPr>
              <a:t>Tomorrow’</a:t>
            </a:r>
            <a:r>
              <a:rPr lang="en-US" sz="2000" b="0">
                <a:solidFill>
                  <a:srgbClr val="1B1B1B"/>
                </a:solidFill>
                <a:latin typeface="Open Sans" panose="020B0606030504020204" pitchFamily="34" charset="0"/>
              </a:rPr>
              <a:t> còn biến </a:t>
            </a:r>
            <a:r>
              <a:rPr lang="vi-VN" sz="2000" b="0">
                <a:solidFill>
                  <a:srgbClr val="1B1B1B"/>
                </a:solidFill>
                <a:latin typeface="Open Sans" panose="020B0606030504020204" pitchFamily="34" charset="0"/>
              </a:rPr>
              <a:t>RISK_MM (lượng mưa vào ngày hôm sau)</a:t>
            </a:r>
            <a:r>
              <a:rPr lang="en-US" sz="2000" b="0">
                <a:solidFill>
                  <a:srgbClr val="1B1B1B"/>
                </a:solidFill>
                <a:latin typeface="Open Sans" panose="020B0606030504020204" pitchFamily="34" charset="0"/>
              </a:rPr>
              <a:t> không liên quan</a:t>
            </a:r>
            <a:r>
              <a:rPr lang="vi-VN" sz="2000" b="0">
                <a:solidFill>
                  <a:srgbClr val="1B1B1B"/>
                </a:solidFill>
                <a:latin typeface="Open Sans" panose="020B0606030504020204" pitchFamily="34" charset="0"/>
              </a:rPr>
              <a:t>.</a:t>
            </a:r>
            <a:endParaRPr lang="en-US" sz="2000" b="0">
              <a:solidFill>
                <a:srgbClr val="1B1B1B"/>
              </a:solidFill>
              <a:latin typeface="Open Sans" panose="020B0606030504020204" pitchFamily="34" charset="0"/>
            </a:endParaRPr>
          </a:p>
          <a:p>
            <a:pPr marL="0" indent="0" algn="just">
              <a:buNone/>
            </a:pPr>
            <a:endParaRPr lang="vi-VN" sz="1600" b="0" i="0">
              <a:solidFill>
                <a:srgbClr val="1B1B1B"/>
              </a:solidFill>
              <a:effectLst/>
              <a:latin typeface="Open Sans" panose="020B0606030504020204" pitchFamily="34" charset="0"/>
            </a:endParaRPr>
          </a:p>
        </p:txBody>
      </p:sp>
      <p:sp>
        <p:nvSpPr>
          <p:cNvPr id="7" name="Title 1">
            <a:extLst>
              <a:ext uri="{FF2B5EF4-FFF2-40B4-BE49-F238E27FC236}">
                <a16:creationId xmlns:a16="http://schemas.microsoft.com/office/drawing/2014/main" id="{923C917E-8B13-47D2-BA12-AE2A4E224AD7}"/>
              </a:ext>
            </a:extLst>
          </p:cNvPr>
          <p:cNvSpPr txBox="1">
            <a:spLocks/>
          </p:cNvSpPr>
          <p:nvPr/>
        </p:nvSpPr>
        <p:spPr>
          <a:xfrm>
            <a:off x="0" y="-152400"/>
            <a:ext cx="9144000" cy="88423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b="1" kern="1200">
                <a:solidFill>
                  <a:schemeClr val="bg1"/>
                </a:solidFill>
                <a:latin typeface="Myriad Pro"/>
                <a:ea typeface="+mj-ea"/>
                <a:cs typeface="Myriad Pro"/>
              </a:defRPr>
            </a:lvl1pPr>
          </a:lstStyle>
          <a:p>
            <a:r>
              <a:rPr lang="en-US" sz="2800">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2259794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21</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3: Xử lý dữ liệu</a:t>
            </a:r>
            <a:endParaRPr lang="en-US" sz="2800" b="1" i="0">
              <a:solidFill>
                <a:srgbClr val="1B1B1B"/>
              </a:solidFill>
              <a:effectLst/>
              <a:latin typeface="Open Sans" panose="020B0606030504020204" pitchFamily="34" charset="0"/>
            </a:endParaRPr>
          </a:p>
          <a:p>
            <a:pPr marL="0" indent="0" algn="just">
              <a:buNone/>
            </a:pPr>
            <a:endParaRPr lang="en-US" sz="2800">
              <a:solidFill>
                <a:srgbClr val="1B1B1B"/>
              </a:solidFill>
              <a:latin typeface="Open Sans" panose="020B0606030504020204" pitchFamily="34" charset="0"/>
            </a:endParaRPr>
          </a:p>
          <a:p>
            <a:pPr marL="0" indent="0" algn="just">
              <a:buNone/>
            </a:pPr>
            <a:endParaRPr lang="en-US" sz="2800" b="1" i="0">
              <a:solidFill>
                <a:srgbClr val="1B1B1B"/>
              </a:solidFill>
              <a:effectLst/>
              <a:latin typeface="Open Sans" panose="020B0606030504020204" pitchFamily="34" charset="0"/>
            </a:endParaRPr>
          </a:p>
          <a:p>
            <a:pPr marL="0" indent="0" algn="just">
              <a:buNone/>
            </a:pPr>
            <a:endParaRPr lang="en-US" sz="2800">
              <a:solidFill>
                <a:srgbClr val="1B1B1B"/>
              </a:solidFill>
              <a:latin typeface="Open Sans" panose="020B0606030504020204" pitchFamily="34" charset="0"/>
            </a:endParaRPr>
          </a:p>
          <a:p>
            <a:pPr marL="0" indent="0" algn="just">
              <a:buNone/>
            </a:pPr>
            <a:endParaRPr lang="en-US" sz="2800" b="1" i="0">
              <a:solidFill>
                <a:srgbClr val="1B1B1B"/>
              </a:solidFill>
              <a:effectLst/>
              <a:latin typeface="Open Sans" panose="020B0606030504020204" pitchFamily="34" charset="0"/>
            </a:endParaRPr>
          </a:p>
          <a:p>
            <a:pPr marL="0" indent="0" algn="just">
              <a:buNone/>
            </a:pPr>
            <a:r>
              <a:rPr lang="vi-VN" sz="2000" b="0" i="0">
                <a:solidFill>
                  <a:srgbClr val="1B1B1B"/>
                </a:solidFill>
                <a:effectLst/>
                <a:latin typeface="Open Sans" panose="020B0606030504020204" pitchFamily="34" charset="0"/>
              </a:rPr>
              <a:t>Tiếp theo, xóa tất cả các giá trị null trong </a:t>
            </a:r>
            <a:r>
              <a:rPr lang="en-US" sz="2000" b="0" i="0">
                <a:solidFill>
                  <a:srgbClr val="1B1B1B"/>
                </a:solidFill>
                <a:effectLst/>
                <a:latin typeface="Open Sans" panose="020B0606030504020204" pitchFamily="34" charset="0"/>
              </a:rPr>
              <a:t>bảng</a:t>
            </a:r>
            <a:r>
              <a:rPr lang="vi-VN" sz="2000" b="0" i="0">
                <a:solidFill>
                  <a:srgbClr val="1B1B1B"/>
                </a:solidFill>
                <a:effectLst/>
                <a:latin typeface="Open Sans" panose="020B0606030504020204" pitchFamily="34" charset="0"/>
              </a:rPr>
              <a:t>.</a:t>
            </a:r>
          </a:p>
        </p:txBody>
      </p:sp>
      <p:sp>
        <p:nvSpPr>
          <p:cNvPr id="7" name="TextBox 6">
            <a:extLst>
              <a:ext uri="{FF2B5EF4-FFF2-40B4-BE49-F238E27FC236}">
                <a16:creationId xmlns:a16="http://schemas.microsoft.com/office/drawing/2014/main" id="{112C0D93-19F1-48B9-AFC6-02BE1E3F43EA}"/>
              </a:ext>
            </a:extLst>
          </p:cNvPr>
          <p:cNvSpPr txBox="1"/>
          <p:nvPr/>
        </p:nvSpPr>
        <p:spPr>
          <a:xfrm>
            <a:off x="508000" y="1676400"/>
            <a:ext cx="8483600" cy="1754326"/>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 </a:t>
            </a:r>
          </a:p>
          <a:p>
            <a:r>
              <a:rPr lang="en-US" b="0" i="0">
                <a:solidFill>
                  <a:srgbClr val="24292E"/>
                </a:solidFill>
                <a:effectLst/>
                <a:latin typeface="SFMono-Regular"/>
              </a:rPr>
              <a:t>df </a:t>
            </a:r>
            <a:r>
              <a:rPr lang="en-US" b="0" i="0">
                <a:solidFill>
                  <a:srgbClr val="D73A49"/>
                </a:solidFill>
                <a:effectLst/>
                <a:latin typeface="SFMono-Regular"/>
              </a:rPr>
              <a:t>=</a:t>
            </a:r>
            <a:r>
              <a:rPr lang="en-US" b="0" i="0">
                <a:solidFill>
                  <a:srgbClr val="24292E"/>
                </a:solidFill>
                <a:effectLst/>
                <a:latin typeface="SFMono-Regular"/>
              </a:rPr>
              <a:t> df.drop(columns</a:t>
            </a:r>
            <a:r>
              <a:rPr lang="en-US" b="0" i="0">
                <a:solidFill>
                  <a:srgbClr val="D73A49"/>
                </a:solidFill>
                <a:effectLst/>
                <a:latin typeface="SFMono-Regular"/>
              </a:rPr>
              <a:t>=</a:t>
            </a:r>
            <a:r>
              <a:rPr lang="en-US" b="0" i="0">
                <a:solidFill>
                  <a:srgbClr val="24292E"/>
                </a:solidFill>
                <a:effectLst/>
                <a:latin typeface="SFMono-Regular"/>
              </a:rPr>
              <a:t>[</a:t>
            </a:r>
            <a:r>
              <a:rPr lang="en-US" b="0" i="0">
                <a:solidFill>
                  <a:srgbClr val="032F62"/>
                </a:solidFill>
                <a:effectLst/>
                <a:latin typeface="SFMono-Regular"/>
              </a:rPr>
              <a:t>'WindDir3pm'</a:t>
            </a:r>
            <a:r>
              <a:rPr lang="en-US" b="0" i="0">
                <a:solidFill>
                  <a:srgbClr val="24292E"/>
                </a:solidFill>
                <a:effectLst/>
                <a:latin typeface="SFMono-Regular"/>
              </a:rPr>
              <a:t>, </a:t>
            </a:r>
            <a:r>
              <a:rPr lang="en-US" b="0" i="0">
                <a:solidFill>
                  <a:srgbClr val="032F62"/>
                </a:solidFill>
                <a:effectLst/>
                <a:latin typeface="SFMono-Regular"/>
              </a:rPr>
              <a:t>'WindDir9am'</a:t>
            </a:r>
            <a:r>
              <a:rPr lang="en-US" b="0" i="0">
                <a:solidFill>
                  <a:srgbClr val="24292E"/>
                </a:solidFill>
                <a:effectLst/>
                <a:latin typeface="SFMono-Regular"/>
              </a:rPr>
              <a:t>, </a:t>
            </a:r>
            <a:r>
              <a:rPr lang="en-US" b="0" i="0">
                <a:solidFill>
                  <a:srgbClr val="032F62"/>
                </a:solidFill>
                <a:effectLst/>
                <a:latin typeface="SFMono-Regular"/>
              </a:rPr>
              <a:t>'WindGustDir'</a:t>
            </a:r>
            <a:r>
              <a:rPr lang="en-US" b="0" i="0">
                <a:solidFill>
                  <a:srgbClr val="24292E"/>
                </a:solidFill>
                <a:effectLst/>
                <a:latin typeface="SFMono-Regular"/>
              </a:rPr>
              <a:t>, </a:t>
            </a:r>
            <a:r>
              <a:rPr lang="en-US" b="0" i="0">
                <a:solidFill>
                  <a:srgbClr val="032F62"/>
                </a:solidFill>
                <a:effectLst/>
                <a:latin typeface="SFMono-Regular"/>
              </a:rPr>
              <a:t>'Sunshine'</a:t>
            </a:r>
            <a:r>
              <a:rPr lang="en-US" b="0" i="0">
                <a:solidFill>
                  <a:srgbClr val="24292E"/>
                </a:solidFill>
                <a:effectLst/>
                <a:latin typeface="SFMono-Regular"/>
              </a:rPr>
              <a:t>,</a:t>
            </a:r>
            <a:r>
              <a:rPr lang="en-US" b="0" i="0">
                <a:solidFill>
                  <a:srgbClr val="032F62"/>
                </a:solidFill>
                <a:effectLst/>
                <a:latin typeface="SFMono-Regular"/>
              </a:rPr>
              <a:t>'Evaporation'</a:t>
            </a:r>
            <a:r>
              <a:rPr lang="en-US" b="0" i="0">
                <a:solidFill>
                  <a:srgbClr val="24292E"/>
                </a:solidFill>
                <a:effectLst/>
                <a:latin typeface="SFMono-Regular"/>
              </a:rPr>
              <a:t>,</a:t>
            </a:r>
            <a:r>
              <a:rPr lang="en-US" b="0" i="0">
                <a:solidFill>
                  <a:srgbClr val="032F62"/>
                </a:solidFill>
                <a:effectLst/>
                <a:latin typeface="SFMono-Regular"/>
              </a:rPr>
              <a:t>'Cloud3pm'</a:t>
            </a:r>
            <a:r>
              <a:rPr lang="en-US" b="0" i="0">
                <a:solidFill>
                  <a:srgbClr val="24292E"/>
                </a:solidFill>
                <a:effectLst/>
                <a:latin typeface="SFMono-Regular"/>
              </a:rPr>
              <a:t>,</a:t>
            </a:r>
            <a:r>
              <a:rPr lang="en-US" b="0" i="0">
                <a:solidFill>
                  <a:srgbClr val="032F62"/>
                </a:solidFill>
                <a:effectLst/>
                <a:latin typeface="SFMono-Regular"/>
              </a:rPr>
              <a:t>'Cloud9am'</a:t>
            </a:r>
            <a:r>
              <a:rPr lang="en-US" b="0" i="0">
                <a:solidFill>
                  <a:srgbClr val="24292E"/>
                </a:solidFill>
                <a:effectLst/>
                <a:latin typeface="SFMono-Regular"/>
              </a:rPr>
              <a:t>,</a:t>
            </a:r>
            <a:r>
              <a:rPr lang="en-US" b="0" i="0">
                <a:solidFill>
                  <a:srgbClr val="032F62"/>
                </a:solidFill>
                <a:effectLst/>
                <a:latin typeface="SFMono-Regular"/>
              </a:rPr>
              <a:t>'Location'</a:t>
            </a:r>
            <a:r>
              <a:rPr lang="en-US" b="0" i="0">
                <a:solidFill>
                  <a:srgbClr val="24292E"/>
                </a:solidFill>
                <a:effectLst/>
                <a:latin typeface="SFMono-Regular"/>
              </a:rPr>
              <a:t>,</a:t>
            </a:r>
            <a:r>
              <a:rPr lang="en-US" b="0" i="0">
                <a:solidFill>
                  <a:srgbClr val="032F62"/>
                </a:solidFill>
                <a:effectLst/>
                <a:latin typeface="SFMono-Regular"/>
              </a:rPr>
              <a:t>'RISK_MM'</a:t>
            </a:r>
            <a:r>
              <a:rPr lang="en-US" b="0" i="0">
                <a:solidFill>
                  <a:srgbClr val="24292E"/>
                </a:solidFill>
                <a:effectLst/>
                <a:latin typeface="SFMono-Regular"/>
              </a:rPr>
              <a:t>,</a:t>
            </a:r>
            <a:r>
              <a:rPr lang="en-US" b="0" i="0">
                <a:solidFill>
                  <a:srgbClr val="032F62"/>
                </a:solidFill>
                <a:effectLst/>
                <a:latin typeface="SFMono-Regular"/>
              </a:rPr>
              <a:t>'Date'</a:t>
            </a:r>
            <a:r>
              <a:rPr lang="en-US" b="0" i="0">
                <a:solidFill>
                  <a:srgbClr val="24292E"/>
                </a:solidFill>
                <a:effectLst/>
                <a:latin typeface="SFMono-Regular"/>
              </a:rPr>
              <a:t>],axis</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a:t>
            </a:r>
            <a:r>
              <a:rPr lang="en-US" b="0" i="0">
                <a:solidFill>
                  <a:srgbClr val="D73A49"/>
                </a:solidFill>
                <a:effectLst/>
                <a:latin typeface="SFMono-Regular"/>
              </a:rPr>
              <a:t>print</a:t>
            </a:r>
            <a:r>
              <a:rPr lang="en-US" b="0" i="0">
                <a:solidFill>
                  <a:srgbClr val="24292E"/>
                </a:solidFill>
                <a:effectLst/>
                <a:latin typeface="SFMono-Regular"/>
              </a:rPr>
              <a:t>(df.shape) </a:t>
            </a:r>
          </a:p>
          <a:p>
            <a:endParaRPr lang="en-US">
              <a:solidFill>
                <a:srgbClr val="24292E"/>
              </a:solidFill>
              <a:latin typeface="SFMono-Regular"/>
            </a:endParaRPr>
          </a:p>
          <a:p>
            <a:r>
              <a:rPr lang="en-US" b="0" i="0">
                <a:solidFill>
                  <a:srgbClr val="24292E"/>
                </a:solidFill>
                <a:effectLst/>
                <a:latin typeface="SFMono-Regular"/>
              </a:rPr>
              <a:t>(</a:t>
            </a:r>
            <a:r>
              <a:rPr lang="en-US" b="0" i="0">
                <a:solidFill>
                  <a:srgbClr val="005CC5"/>
                </a:solidFill>
                <a:effectLst/>
                <a:latin typeface="SFMono-Regular"/>
              </a:rPr>
              <a:t>169299</a:t>
            </a:r>
            <a:r>
              <a:rPr lang="en-US" b="0" i="0">
                <a:solidFill>
                  <a:srgbClr val="24292E"/>
                </a:solidFill>
                <a:effectLst/>
                <a:latin typeface="SFMono-Regular"/>
              </a:rPr>
              <a:t>, </a:t>
            </a:r>
            <a:r>
              <a:rPr lang="en-US" b="0" i="0">
                <a:solidFill>
                  <a:srgbClr val="005CC5"/>
                </a:solidFill>
                <a:effectLst/>
                <a:latin typeface="SFMono-Regular"/>
              </a:rPr>
              <a:t>17</a:t>
            </a:r>
            <a:r>
              <a:rPr lang="en-US" b="0" i="0">
                <a:solidFill>
                  <a:srgbClr val="24292E"/>
                </a:solidFill>
                <a:effectLst/>
                <a:latin typeface="SFMono-Regular"/>
              </a:rPr>
              <a:t>)</a:t>
            </a:r>
            <a:endParaRPr lang="en-US"/>
          </a:p>
        </p:txBody>
      </p:sp>
      <p:sp>
        <p:nvSpPr>
          <p:cNvPr id="10" name="TextBox 9">
            <a:extLst>
              <a:ext uri="{FF2B5EF4-FFF2-40B4-BE49-F238E27FC236}">
                <a16:creationId xmlns:a16="http://schemas.microsoft.com/office/drawing/2014/main" id="{0EC9EDD0-7689-4A73-87FB-62A702554B25}"/>
              </a:ext>
            </a:extLst>
          </p:cNvPr>
          <p:cNvSpPr txBox="1"/>
          <p:nvPr/>
        </p:nvSpPr>
        <p:spPr>
          <a:xfrm>
            <a:off x="508000" y="4116526"/>
            <a:ext cx="7874000" cy="1200329"/>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 </a:t>
            </a:r>
            <a:r>
              <a:rPr lang="en-US" b="0" i="0">
                <a:solidFill>
                  <a:srgbClr val="6A737D"/>
                </a:solidFill>
                <a:effectLst/>
                <a:latin typeface="SFMono-Regular"/>
              </a:rPr>
              <a:t>#Removing null values</a:t>
            </a:r>
            <a:r>
              <a:rPr lang="en-US" b="0" i="0">
                <a:solidFill>
                  <a:srgbClr val="24292E"/>
                </a:solidFill>
                <a:effectLst/>
                <a:latin typeface="SFMono-Regular"/>
              </a:rPr>
              <a:t> </a:t>
            </a:r>
          </a:p>
          <a:p>
            <a:r>
              <a:rPr lang="en-US" b="0" i="0">
                <a:solidFill>
                  <a:srgbClr val="24292E"/>
                </a:solidFill>
                <a:effectLst/>
                <a:latin typeface="SFMono-Regular"/>
              </a:rPr>
              <a:t>df </a:t>
            </a:r>
            <a:r>
              <a:rPr lang="en-US" b="0" i="0">
                <a:solidFill>
                  <a:srgbClr val="D73A49"/>
                </a:solidFill>
                <a:effectLst/>
                <a:latin typeface="SFMono-Regular"/>
              </a:rPr>
              <a:t>=</a:t>
            </a:r>
            <a:r>
              <a:rPr lang="en-US" b="0" i="0">
                <a:solidFill>
                  <a:srgbClr val="24292E"/>
                </a:solidFill>
                <a:effectLst/>
                <a:latin typeface="SFMono-Regular"/>
              </a:rPr>
              <a:t> df.dropna(how</a:t>
            </a:r>
            <a:r>
              <a:rPr lang="en-US" b="0" i="0">
                <a:solidFill>
                  <a:srgbClr val="D73A49"/>
                </a:solidFill>
                <a:effectLst/>
                <a:latin typeface="SFMono-Regular"/>
              </a:rPr>
              <a:t>=</a:t>
            </a:r>
            <a:r>
              <a:rPr lang="en-US" b="0" i="0">
                <a:solidFill>
                  <a:srgbClr val="032F62"/>
                </a:solidFill>
                <a:effectLst/>
                <a:latin typeface="SFMono-Regular"/>
              </a:rPr>
              <a:t>'any’</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(df.shape) </a:t>
            </a:r>
          </a:p>
          <a:p>
            <a:r>
              <a:rPr lang="en-US" b="0" i="0">
                <a:solidFill>
                  <a:srgbClr val="24292E"/>
                </a:solidFill>
                <a:effectLst/>
                <a:latin typeface="SFMono-Regular"/>
              </a:rPr>
              <a:t>(</a:t>
            </a:r>
            <a:r>
              <a:rPr lang="en-US" b="0" i="0">
                <a:solidFill>
                  <a:srgbClr val="005CC5"/>
                </a:solidFill>
                <a:effectLst/>
                <a:latin typeface="SFMono-Regular"/>
              </a:rPr>
              <a:t>130840</a:t>
            </a:r>
            <a:r>
              <a:rPr lang="en-US" b="0" i="0">
                <a:solidFill>
                  <a:srgbClr val="24292E"/>
                </a:solidFill>
                <a:effectLst/>
                <a:latin typeface="SFMono-Regular"/>
              </a:rPr>
              <a:t>, </a:t>
            </a:r>
            <a:r>
              <a:rPr lang="en-US" b="0" i="0">
                <a:solidFill>
                  <a:srgbClr val="005CC5"/>
                </a:solidFill>
                <a:effectLst/>
                <a:latin typeface="SFMono-Regular"/>
              </a:rPr>
              <a:t>17</a:t>
            </a:r>
            <a:r>
              <a:rPr lang="en-US" b="0" i="0">
                <a:solidFill>
                  <a:srgbClr val="24292E"/>
                </a:solidFill>
                <a:effectLst/>
                <a:latin typeface="SFMono-Regular"/>
              </a:rPr>
              <a:t>)</a:t>
            </a:r>
            <a:endParaRPr lang="en-US"/>
          </a:p>
        </p:txBody>
      </p:sp>
      <p:sp>
        <p:nvSpPr>
          <p:cNvPr id="9" name="Title 1">
            <a:extLst>
              <a:ext uri="{FF2B5EF4-FFF2-40B4-BE49-F238E27FC236}">
                <a16:creationId xmlns:a16="http://schemas.microsoft.com/office/drawing/2014/main" id="{AD93F7A6-49BC-45FD-93B5-B5B8033442F3}"/>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198886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22</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57200" y="742723"/>
            <a:ext cx="82296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3: Xử lý dữ liệu</a:t>
            </a:r>
            <a:endParaRPr lang="en-US" sz="2800" b="1" i="0">
              <a:solidFill>
                <a:srgbClr val="1B1B1B"/>
              </a:solidFill>
              <a:effectLst/>
              <a:latin typeface="Open Sans" panose="020B0606030504020204" pitchFamily="34" charset="0"/>
            </a:endParaRPr>
          </a:p>
          <a:p>
            <a:pPr marL="0" indent="0" algn="just">
              <a:buNone/>
            </a:pPr>
            <a:r>
              <a:rPr lang="en-US" sz="1800" b="0" i="0">
                <a:solidFill>
                  <a:srgbClr val="1B1B1B"/>
                </a:solidFill>
                <a:effectLst/>
                <a:latin typeface="Open Sans" panose="020B0606030504020204" pitchFamily="34" charset="0"/>
              </a:rPr>
              <a:t>Tiếp theo, </a:t>
            </a:r>
            <a:r>
              <a:rPr lang="vi-VN" sz="1800" b="0" i="0">
                <a:solidFill>
                  <a:srgbClr val="1B1B1B"/>
                </a:solidFill>
                <a:effectLst/>
                <a:latin typeface="Open Sans" panose="020B0606030504020204" pitchFamily="34" charset="0"/>
              </a:rPr>
              <a:t>kiểm tra tập dữ liệu</a:t>
            </a:r>
            <a:r>
              <a:rPr lang="en-US" sz="1800" b="0" i="0">
                <a:solidFill>
                  <a:srgbClr val="1B1B1B"/>
                </a:solidFill>
                <a:effectLst/>
                <a:latin typeface="Open Sans" panose="020B0606030504020204" pitchFamily="34" charset="0"/>
              </a:rPr>
              <a:t> </a:t>
            </a:r>
            <a:r>
              <a:rPr lang="en-US" sz="1800" b="0">
                <a:solidFill>
                  <a:srgbClr val="1B1B1B"/>
                </a:solidFill>
                <a:latin typeface="Open Sans" panose="020B0606030504020204" pitchFamily="34" charset="0"/>
              </a:rPr>
              <a:t>để loại bỏ </a:t>
            </a:r>
            <a:r>
              <a:rPr lang="vi-VN" sz="1800" b="0" i="0">
                <a:solidFill>
                  <a:srgbClr val="1B1B1B"/>
                </a:solidFill>
                <a:effectLst/>
                <a:latin typeface="Open Sans" panose="020B0606030504020204" pitchFamily="34" charset="0"/>
              </a:rPr>
              <a:t>ngoại lệ. Một ngoại lệ là một điểm dữ liệu khác biệt đáng kể so với các quan sát khác. Các ngoại lệ thường xảy ra do tính toán sai trong khi thu thập dữ liệu.</a:t>
            </a: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r>
              <a:rPr lang="en-US" sz="1800" b="0">
                <a:solidFill>
                  <a:srgbClr val="1B1B1B"/>
                </a:solidFill>
                <a:latin typeface="Open Sans" panose="020B0606030504020204" pitchFamily="34" charset="0"/>
              </a:rPr>
              <a:t>Kết quả</a:t>
            </a:r>
            <a:endParaRPr lang="en-US">
              <a:solidFill>
                <a:srgbClr val="1B1B1B"/>
              </a:solidFill>
              <a:latin typeface="Open Sans" panose="020B0606030504020204" pitchFamily="34" charset="0"/>
            </a:endParaRPr>
          </a:p>
        </p:txBody>
      </p:sp>
      <p:sp>
        <p:nvSpPr>
          <p:cNvPr id="8" name="TextBox 7">
            <a:extLst>
              <a:ext uri="{FF2B5EF4-FFF2-40B4-BE49-F238E27FC236}">
                <a16:creationId xmlns:a16="http://schemas.microsoft.com/office/drawing/2014/main" id="{18BD53CB-556C-4A83-B645-809893404110}"/>
              </a:ext>
            </a:extLst>
          </p:cNvPr>
          <p:cNvSpPr txBox="1"/>
          <p:nvPr/>
        </p:nvSpPr>
        <p:spPr>
          <a:xfrm>
            <a:off x="1447800" y="2274838"/>
            <a:ext cx="6248400" cy="2308324"/>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D73A49"/>
                </a:solidFill>
                <a:effectLst/>
                <a:latin typeface="SFMono-Regular"/>
              </a:rPr>
              <a:t>import</a:t>
            </a:r>
            <a:r>
              <a:rPr lang="en-US" b="0" i="0">
                <a:solidFill>
                  <a:srgbClr val="24292E"/>
                </a:solidFill>
                <a:effectLst/>
                <a:latin typeface="SFMono-Regular"/>
              </a:rPr>
              <a:t> ... </a:t>
            </a:r>
          </a:p>
          <a:p>
            <a:r>
              <a:rPr lang="en-US" b="0" i="0">
                <a:solidFill>
                  <a:srgbClr val="D73A49"/>
                </a:solidFill>
                <a:effectLst/>
                <a:latin typeface="SFMono-Regular"/>
              </a:rPr>
              <a:t>from</a:t>
            </a:r>
            <a:r>
              <a:rPr lang="en-US" b="0" i="0">
                <a:solidFill>
                  <a:srgbClr val="24292E"/>
                </a:solidFill>
                <a:effectLst/>
                <a:latin typeface="SFMono-Regular"/>
              </a:rPr>
              <a:t> scipy </a:t>
            </a:r>
            <a:r>
              <a:rPr lang="en-US" b="0" i="0">
                <a:solidFill>
                  <a:srgbClr val="D73A49"/>
                </a:solidFill>
                <a:effectLst/>
                <a:latin typeface="SFMono-Regular"/>
              </a:rPr>
              <a:t>import</a:t>
            </a:r>
            <a:r>
              <a:rPr lang="en-US" b="0" i="0">
                <a:solidFill>
                  <a:srgbClr val="24292E"/>
                </a:solidFill>
                <a:effectLst/>
                <a:latin typeface="SFMono-Regular"/>
              </a:rPr>
              <a:t> stats </a:t>
            </a:r>
          </a:p>
          <a:p>
            <a:r>
              <a:rPr lang="en-US" b="0" i="0">
                <a:solidFill>
                  <a:srgbClr val="24292E"/>
                </a:solidFill>
                <a:effectLst/>
                <a:latin typeface="SFMono-Regular"/>
              </a:rPr>
              <a:t>... </a:t>
            </a:r>
          </a:p>
          <a:p>
            <a:r>
              <a:rPr lang="en-US" b="0" i="0">
                <a:solidFill>
                  <a:srgbClr val="24292E"/>
                </a:solidFill>
                <a:effectLst/>
                <a:latin typeface="SFMono-Regular"/>
              </a:rPr>
              <a:t>z </a:t>
            </a:r>
            <a:r>
              <a:rPr lang="en-US" b="0" i="0">
                <a:solidFill>
                  <a:srgbClr val="D73A49"/>
                </a:solidFill>
                <a:effectLst/>
                <a:latin typeface="SFMono-Regular"/>
              </a:rPr>
              <a:t>=</a:t>
            </a:r>
            <a:r>
              <a:rPr lang="en-US" b="0" i="0">
                <a:solidFill>
                  <a:srgbClr val="24292E"/>
                </a:solidFill>
                <a:effectLst/>
                <a:latin typeface="SFMono-Regular"/>
              </a:rPr>
              <a:t> np.abs(stats.zscore(df._get_numeric_data())) </a:t>
            </a:r>
          </a:p>
          <a:p>
            <a:r>
              <a:rPr lang="en-US" b="0" i="0">
                <a:solidFill>
                  <a:srgbClr val="D73A49"/>
                </a:solidFill>
                <a:effectLst/>
                <a:latin typeface="SFMono-Regular"/>
              </a:rPr>
              <a:t>print</a:t>
            </a:r>
            <a:r>
              <a:rPr lang="en-US" b="0" i="0">
                <a:solidFill>
                  <a:srgbClr val="24292E"/>
                </a:solidFill>
                <a:effectLst/>
                <a:latin typeface="SFMono-Regular"/>
              </a:rPr>
              <a:t>(z) </a:t>
            </a:r>
          </a:p>
          <a:p>
            <a:r>
              <a:rPr lang="en-US" b="0" i="0">
                <a:solidFill>
                  <a:srgbClr val="24292E"/>
                </a:solidFill>
                <a:effectLst/>
                <a:latin typeface="SFMono-Regular"/>
              </a:rPr>
              <a:t>df</a:t>
            </a:r>
            <a:r>
              <a:rPr lang="en-US" b="0" i="0">
                <a:solidFill>
                  <a:srgbClr val="D73A49"/>
                </a:solidFill>
                <a:effectLst/>
                <a:latin typeface="SFMono-Regular"/>
              </a:rPr>
              <a:t>=</a:t>
            </a:r>
            <a:r>
              <a:rPr lang="en-US" b="0" i="0">
                <a:solidFill>
                  <a:srgbClr val="24292E"/>
                </a:solidFill>
                <a:effectLst/>
                <a:latin typeface="SFMono-Regular"/>
              </a:rPr>
              <a:t> df[(z </a:t>
            </a:r>
            <a:r>
              <a:rPr lang="en-US" b="0" i="0">
                <a:solidFill>
                  <a:srgbClr val="D73A49"/>
                </a:solidFill>
                <a:effectLst/>
                <a:latin typeface="SFMono-Regular"/>
              </a:rPr>
              <a:t>&lt;</a:t>
            </a:r>
            <a:r>
              <a:rPr lang="en-US" b="0" i="0">
                <a:solidFill>
                  <a:srgbClr val="24292E"/>
                </a:solidFill>
                <a:effectLst/>
                <a:latin typeface="SFMono-Regular"/>
              </a:rPr>
              <a:t> </a:t>
            </a:r>
            <a:r>
              <a:rPr lang="en-US" b="0" i="0">
                <a:solidFill>
                  <a:srgbClr val="005CC5"/>
                </a:solidFill>
                <a:effectLst/>
                <a:latin typeface="SFMono-Regular"/>
              </a:rPr>
              <a:t>3</a:t>
            </a:r>
            <a:r>
              <a:rPr lang="en-US" b="0" i="0">
                <a:solidFill>
                  <a:srgbClr val="24292E"/>
                </a:solidFill>
                <a:effectLst/>
                <a:latin typeface="SFMono-Regular"/>
              </a:rPr>
              <a:t>).all(axis</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(df.shape)</a:t>
            </a:r>
            <a:endParaRPr lang="en-US"/>
          </a:p>
        </p:txBody>
      </p:sp>
      <p:pic>
        <p:nvPicPr>
          <p:cNvPr id="10242" name="Picture 2">
            <a:extLst>
              <a:ext uri="{FF2B5EF4-FFF2-40B4-BE49-F238E27FC236}">
                <a16:creationId xmlns:a16="http://schemas.microsoft.com/office/drawing/2014/main" id="{E2FBFDD0-381D-4D3E-B3F8-4D4D06ADD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71" y="5264708"/>
            <a:ext cx="8779329" cy="129098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D16E9C3A-B5D3-4321-90B8-DB953958B338}"/>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3144683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23</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177800" y="647604"/>
            <a:ext cx="85090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3: Xử lý dữ liệu</a:t>
            </a:r>
            <a:endParaRPr lang="en-US" sz="2800" b="1" i="0">
              <a:solidFill>
                <a:srgbClr val="1B1B1B"/>
              </a:solidFill>
              <a:effectLst/>
              <a:latin typeface="Open Sans" panose="020B0606030504020204" pitchFamily="34" charset="0"/>
            </a:endParaRPr>
          </a:p>
          <a:p>
            <a:pPr marL="0" indent="0" algn="just">
              <a:buNone/>
            </a:pPr>
            <a:r>
              <a:rPr kumimoji="0" lang="en-US" altLang="en-US" sz="1800" b="0" i="0" u="none" strike="noStrike" cap="none" normalizeH="0" baseline="0">
                <a:ln>
                  <a:noFill/>
                </a:ln>
                <a:solidFill>
                  <a:srgbClr val="1B1B1B"/>
                </a:solidFill>
                <a:effectLst/>
                <a:latin typeface="Times New Roman" panose="02020603050405020304" pitchFamily="18" charset="0"/>
                <a:cs typeface="Times New Roman" panose="02020603050405020304" pitchFamily="18" charset="0"/>
              </a:rPr>
              <a:t>Tiếp theo, ta sẽ thay thế 0 và 1 ở vị trí của Yes và No tương ứng.</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050" b="0">
              <a:solidFill>
                <a:srgbClr val="1B1B1B"/>
              </a:solidFill>
              <a:latin typeface="Open Sans" panose="020B0606030504020204" pitchFamily="34" charset="0"/>
            </a:endParaRPr>
          </a:p>
          <a:p>
            <a:pPr marL="0" indent="0" algn="just">
              <a:buNone/>
            </a:pPr>
            <a:r>
              <a:rPr lang="vi-VN" sz="1600" b="0">
                <a:solidFill>
                  <a:srgbClr val="1B1B1B"/>
                </a:solidFill>
                <a:latin typeface="Open Sans" panose="020B0606030504020204" pitchFamily="34" charset="0"/>
              </a:rPr>
              <a:t>Bây giờ, </a:t>
            </a:r>
            <a:r>
              <a:rPr lang="en-US" sz="1600" b="0">
                <a:solidFill>
                  <a:srgbClr val="1B1B1B"/>
                </a:solidFill>
                <a:latin typeface="Open Sans" panose="020B0606030504020204" pitchFamily="34" charset="0"/>
              </a:rPr>
              <a:t>sẽ </a:t>
            </a:r>
            <a:r>
              <a:rPr lang="vi-VN" sz="1600" b="0">
                <a:solidFill>
                  <a:srgbClr val="1B1B1B"/>
                </a:solidFill>
                <a:latin typeface="Open Sans" panose="020B0606030504020204" pitchFamily="34" charset="0"/>
              </a:rPr>
              <a:t>chuẩn hóa dữ liệu để tránh bất kỳ sự </a:t>
            </a:r>
            <a:r>
              <a:rPr lang="en-US" sz="1600" b="0">
                <a:solidFill>
                  <a:srgbClr val="1B1B1B"/>
                </a:solidFill>
                <a:latin typeface="Open Sans" panose="020B0606030504020204" pitchFamily="34" charset="0"/>
              </a:rPr>
              <a:t>phức tạp</a:t>
            </a:r>
            <a:r>
              <a:rPr lang="vi-VN" sz="1600" b="0">
                <a:solidFill>
                  <a:srgbClr val="1B1B1B"/>
                </a:solidFill>
                <a:latin typeface="Open Sans" panose="020B0606030504020204" pitchFamily="34" charset="0"/>
              </a:rPr>
              <a:t> nào khi dự đoán kết quả. </a:t>
            </a:r>
            <a:r>
              <a:rPr lang="en-US" sz="1600" b="0">
                <a:solidFill>
                  <a:srgbClr val="1B1B1B"/>
                </a:solidFill>
                <a:latin typeface="Open Sans" panose="020B0606030504020204" pitchFamily="34" charset="0"/>
              </a:rPr>
              <a:t>T</a:t>
            </a:r>
            <a:r>
              <a:rPr lang="vi-VN" sz="1600" b="0">
                <a:solidFill>
                  <a:srgbClr val="1B1B1B"/>
                </a:solidFill>
                <a:latin typeface="Open Sans" panose="020B0606030504020204" pitchFamily="34" charset="0"/>
              </a:rPr>
              <a:t>a có thể sử dụng hàm MinMaxScaler có trong thư viện sklearn.</a:t>
            </a:r>
            <a:endParaRPr lang="en-US" sz="1600" b="0">
              <a:solidFill>
                <a:srgbClr val="1B1B1B"/>
              </a:solidFill>
              <a:latin typeface="Open Sans" panose="020B0606030504020204" pitchFamily="34" charset="0"/>
            </a:endParaRPr>
          </a:p>
        </p:txBody>
      </p:sp>
      <p:sp>
        <p:nvSpPr>
          <p:cNvPr id="8" name="TextBox 7">
            <a:extLst>
              <a:ext uri="{FF2B5EF4-FFF2-40B4-BE49-F238E27FC236}">
                <a16:creationId xmlns:a16="http://schemas.microsoft.com/office/drawing/2014/main" id="{18BD53CB-556C-4A83-B645-809893404110}"/>
              </a:ext>
            </a:extLst>
          </p:cNvPr>
          <p:cNvSpPr txBox="1"/>
          <p:nvPr/>
        </p:nvSpPr>
        <p:spPr>
          <a:xfrm>
            <a:off x="495300" y="1503176"/>
            <a:ext cx="8509000" cy="1477328"/>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24292E"/>
                </a:solidFill>
                <a:effectLst/>
                <a:latin typeface="SFMono-Regular"/>
              </a:rPr>
              <a:t>... </a:t>
            </a:r>
          </a:p>
          <a:p>
            <a:r>
              <a:rPr lang="en-US" b="0" i="0">
                <a:solidFill>
                  <a:srgbClr val="6A737D"/>
                </a:solidFill>
                <a:effectLst/>
                <a:latin typeface="SFMono-Regular"/>
              </a:rPr>
              <a:t>#Change yes and no to 1 and 0 respectvely for RainToday and RainTomorrow variable</a:t>
            </a:r>
            <a:r>
              <a:rPr lang="en-US" b="0" i="0">
                <a:solidFill>
                  <a:srgbClr val="24292E"/>
                </a:solidFill>
                <a:effectLst/>
                <a:latin typeface="SFMono-Regular"/>
              </a:rPr>
              <a:t> </a:t>
            </a:r>
          </a:p>
          <a:p>
            <a:r>
              <a:rPr lang="en-US" b="0" i="0">
                <a:solidFill>
                  <a:srgbClr val="24292E"/>
                </a:solidFill>
                <a:effectLst/>
                <a:latin typeface="SFMono-Regular"/>
              </a:rPr>
              <a:t>df[</a:t>
            </a:r>
            <a:r>
              <a:rPr lang="en-US" b="0" i="0">
                <a:solidFill>
                  <a:srgbClr val="032F62"/>
                </a:solidFill>
                <a:effectLst/>
                <a:latin typeface="SFMono-Regular"/>
              </a:rPr>
              <a:t>'RainToday'</a:t>
            </a:r>
            <a:r>
              <a:rPr lang="en-US" b="0" i="0">
                <a:solidFill>
                  <a:srgbClr val="24292E"/>
                </a:solidFill>
                <a:effectLst/>
                <a:latin typeface="SFMono-Regular"/>
              </a:rPr>
              <a:t>].replace({</a:t>
            </a:r>
            <a:r>
              <a:rPr lang="en-US" b="0" i="0">
                <a:solidFill>
                  <a:srgbClr val="032F62"/>
                </a:solidFill>
                <a:effectLst/>
                <a:latin typeface="SFMono-Regular"/>
              </a:rPr>
              <a:t>'No'</a:t>
            </a:r>
            <a:r>
              <a:rPr lang="en-US" b="0" i="0">
                <a:solidFill>
                  <a:srgbClr val="24292E"/>
                </a:solidFill>
                <a:effectLst/>
                <a:latin typeface="SFMono-Regular"/>
              </a:rPr>
              <a:t>: </a:t>
            </a:r>
            <a:r>
              <a:rPr lang="en-US" b="0" i="0">
                <a:solidFill>
                  <a:srgbClr val="005CC5"/>
                </a:solidFill>
                <a:effectLst/>
                <a:latin typeface="SFMono-Regular"/>
              </a:rPr>
              <a:t>0</a:t>
            </a:r>
            <a:r>
              <a:rPr lang="en-US" b="0" i="0">
                <a:solidFill>
                  <a:srgbClr val="24292E"/>
                </a:solidFill>
                <a:effectLst/>
                <a:latin typeface="SFMono-Regular"/>
              </a:rPr>
              <a:t>, </a:t>
            </a:r>
            <a:r>
              <a:rPr lang="en-US" b="0" i="0">
                <a:solidFill>
                  <a:srgbClr val="032F62"/>
                </a:solidFill>
                <a:effectLst/>
                <a:latin typeface="SFMono-Regular"/>
              </a:rPr>
              <a:t>'Yes'</a:t>
            </a:r>
            <a:r>
              <a:rPr lang="en-US" b="0" i="0">
                <a:solidFill>
                  <a:srgbClr val="24292E"/>
                </a:solidFill>
                <a:effectLst/>
                <a:latin typeface="SFMono-Regular"/>
              </a:rPr>
              <a:t>: </a:t>
            </a:r>
            <a:r>
              <a:rPr lang="en-US" b="0" i="0">
                <a:solidFill>
                  <a:srgbClr val="005CC5"/>
                </a:solidFill>
                <a:effectLst/>
                <a:latin typeface="SFMono-Regular"/>
              </a:rPr>
              <a:t>1</a:t>
            </a:r>
            <a:r>
              <a:rPr lang="en-US" b="0" i="0">
                <a:solidFill>
                  <a:srgbClr val="24292E"/>
                </a:solidFill>
                <a:effectLst/>
                <a:latin typeface="SFMono-Regular"/>
              </a:rPr>
              <a:t>},inplace </a:t>
            </a:r>
            <a:r>
              <a:rPr lang="en-US" b="0" i="0">
                <a:solidFill>
                  <a:srgbClr val="D73A49"/>
                </a:solidFill>
                <a:effectLst/>
                <a:latin typeface="SFMono-Regular"/>
              </a:rPr>
              <a:t>=</a:t>
            </a:r>
            <a:r>
              <a:rPr lang="en-US" b="0" i="0">
                <a:solidFill>
                  <a:srgbClr val="24292E"/>
                </a:solidFill>
                <a:effectLst/>
                <a:latin typeface="SFMono-Regular"/>
              </a:rPr>
              <a:t> </a:t>
            </a:r>
            <a:r>
              <a:rPr lang="en-US" b="0" i="0">
                <a:solidFill>
                  <a:srgbClr val="005CC5"/>
                </a:solidFill>
                <a:effectLst/>
                <a:latin typeface="SFMono-Regular"/>
              </a:rPr>
              <a:t>True</a:t>
            </a:r>
            <a:r>
              <a:rPr lang="en-US" b="0" i="0">
                <a:solidFill>
                  <a:srgbClr val="24292E"/>
                </a:solidFill>
                <a:effectLst/>
                <a:latin typeface="SFMono-Regular"/>
              </a:rPr>
              <a:t>) </a:t>
            </a:r>
          </a:p>
          <a:p>
            <a:r>
              <a:rPr lang="en-US" b="0" i="0">
                <a:solidFill>
                  <a:srgbClr val="24292E"/>
                </a:solidFill>
                <a:effectLst/>
                <a:latin typeface="SFMono-Regular"/>
              </a:rPr>
              <a:t>df[</a:t>
            </a:r>
            <a:r>
              <a:rPr lang="en-US" b="0" i="0">
                <a:solidFill>
                  <a:srgbClr val="032F62"/>
                </a:solidFill>
                <a:effectLst/>
                <a:latin typeface="SFMono-Regular"/>
              </a:rPr>
              <a:t>'RainTomorrow'</a:t>
            </a:r>
            <a:r>
              <a:rPr lang="en-US" b="0" i="0">
                <a:solidFill>
                  <a:srgbClr val="24292E"/>
                </a:solidFill>
                <a:effectLst/>
                <a:latin typeface="SFMono-Regular"/>
              </a:rPr>
              <a:t>].replace({</a:t>
            </a:r>
            <a:r>
              <a:rPr lang="en-US" b="0" i="0">
                <a:solidFill>
                  <a:srgbClr val="032F62"/>
                </a:solidFill>
                <a:effectLst/>
                <a:latin typeface="SFMono-Regular"/>
              </a:rPr>
              <a:t>'No'</a:t>
            </a:r>
            <a:r>
              <a:rPr lang="en-US" b="0" i="0">
                <a:solidFill>
                  <a:srgbClr val="24292E"/>
                </a:solidFill>
                <a:effectLst/>
                <a:latin typeface="SFMono-Regular"/>
              </a:rPr>
              <a:t>: </a:t>
            </a:r>
            <a:r>
              <a:rPr lang="en-US" b="0" i="0">
                <a:solidFill>
                  <a:srgbClr val="005CC5"/>
                </a:solidFill>
                <a:effectLst/>
                <a:latin typeface="SFMono-Regular"/>
              </a:rPr>
              <a:t>0</a:t>
            </a:r>
            <a:r>
              <a:rPr lang="en-US" b="0" i="0">
                <a:solidFill>
                  <a:srgbClr val="24292E"/>
                </a:solidFill>
                <a:effectLst/>
                <a:latin typeface="SFMono-Regular"/>
              </a:rPr>
              <a:t>, </a:t>
            </a:r>
            <a:r>
              <a:rPr lang="en-US" b="0" i="0">
                <a:solidFill>
                  <a:srgbClr val="032F62"/>
                </a:solidFill>
                <a:effectLst/>
                <a:latin typeface="SFMono-Regular"/>
              </a:rPr>
              <a:t>'Yes'</a:t>
            </a:r>
            <a:r>
              <a:rPr lang="en-US" b="0" i="0">
                <a:solidFill>
                  <a:srgbClr val="24292E"/>
                </a:solidFill>
                <a:effectLst/>
                <a:latin typeface="SFMono-Regular"/>
              </a:rPr>
              <a:t>: </a:t>
            </a:r>
            <a:r>
              <a:rPr lang="en-US" b="0" i="0">
                <a:solidFill>
                  <a:srgbClr val="005CC5"/>
                </a:solidFill>
                <a:effectLst/>
                <a:latin typeface="SFMono-Regular"/>
              </a:rPr>
              <a:t>1</a:t>
            </a:r>
            <a:r>
              <a:rPr lang="en-US" b="0" i="0">
                <a:solidFill>
                  <a:srgbClr val="24292E"/>
                </a:solidFill>
                <a:effectLst/>
                <a:latin typeface="SFMono-Regular"/>
              </a:rPr>
              <a:t>},inplace </a:t>
            </a:r>
            <a:r>
              <a:rPr lang="en-US" b="0" i="0">
                <a:solidFill>
                  <a:srgbClr val="D73A49"/>
                </a:solidFill>
                <a:effectLst/>
                <a:latin typeface="SFMono-Regular"/>
              </a:rPr>
              <a:t>=</a:t>
            </a:r>
            <a:r>
              <a:rPr lang="en-US" b="0" i="0">
                <a:solidFill>
                  <a:srgbClr val="24292E"/>
                </a:solidFill>
                <a:effectLst/>
                <a:latin typeface="SFMono-Regular"/>
              </a:rPr>
              <a:t> </a:t>
            </a:r>
            <a:r>
              <a:rPr lang="en-US" b="0" i="0">
                <a:solidFill>
                  <a:srgbClr val="005CC5"/>
                </a:solidFill>
                <a:effectLst/>
                <a:latin typeface="SFMono-Regular"/>
              </a:rPr>
              <a:t>True</a:t>
            </a:r>
            <a:r>
              <a:rPr lang="en-US" b="0" i="0">
                <a:solidFill>
                  <a:srgbClr val="24292E"/>
                </a:solidFill>
                <a:effectLst/>
                <a:latin typeface="SFMono-Regular"/>
              </a:rPr>
              <a:t>)</a:t>
            </a:r>
            <a:endParaRPr lang="en-US"/>
          </a:p>
        </p:txBody>
      </p:sp>
      <p:sp>
        <p:nvSpPr>
          <p:cNvPr id="10" name="TextBox 9">
            <a:extLst>
              <a:ext uri="{FF2B5EF4-FFF2-40B4-BE49-F238E27FC236}">
                <a16:creationId xmlns:a16="http://schemas.microsoft.com/office/drawing/2014/main" id="{80A9833D-3AAB-48F7-93DD-225A95A6F855}"/>
              </a:ext>
            </a:extLst>
          </p:cNvPr>
          <p:cNvSpPr txBox="1"/>
          <p:nvPr/>
        </p:nvSpPr>
        <p:spPr>
          <a:xfrm>
            <a:off x="457200" y="3523738"/>
            <a:ext cx="8509000" cy="2308324"/>
          </a:xfrm>
          <a:prstGeom prst="rect">
            <a:avLst/>
          </a:prstGeom>
          <a:solidFill>
            <a:schemeClr val="accent1">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D73A49"/>
                </a:solidFill>
                <a:effectLst/>
                <a:latin typeface="SFMono-Regular"/>
              </a:rPr>
              <a:t>import</a:t>
            </a:r>
            <a:r>
              <a:rPr lang="en-US" b="0" i="0">
                <a:solidFill>
                  <a:srgbClr val="24292E"/>
                </a:solidFill>
                <a:effectLst/>
                <a:latin typeface="SFMono-Regular"/>
              </a:rPr>
              <a:t> ... </a:t>
            </a:r>
          </a:p>
          <a:p>
            <a:r>
              <a:rPr lang="en-US" b="0" i="0">
                <a:solidFill>
                  <a:srgbClr val="D73A49"/>
                </a:solidFill>
                <a:effectLst/>
                <a:latin typeface="SFMono-Regular"/>
              </a:rPr>
              <a:t>from</a:t>
            </a:r>
            <a:r>
              <a:rPr lang="en-US" b="0" i="0">
                <a:solidFill>
                  <a:srgbClr val="24292E"/>
                </a:solidFill>
                <a:effectLst/>
                <a:latin typeface="SFMono-Regular"/>
              </a:rPr>
              <a:t> sklearn </a:t>
            </a:r>
          </a:p>
          <a:p>
            <a:r>
              <a:rPr lang="en-US" b="0" i="0">
                <a:solidFill>
                  <a:srgbClr val="D73A49"/>
                </a:solidFill>
                <a:effectLst/>
                <a:latin typeface="SFMono-Regular"/>
              </a:rPr>
              <a:t>import</a:t>
            </a:r>
            <a:r>
              <a:rPr lang="en-US" b="0" i="0">
                <a:solidFill>
                  <a:srgbClr val="24292E"/>
                </a:solidFill>
                <a:effectLst/>
                <a:latin typeface="SFMono-Regular"/>
              </a:rPr>
              <a:t> preprocessing scaler </a:t>
            </a:r>
            <a:r>
              <a:rPr lang="en-US" b="0" i="0">
                <a:solidFill>
                  <a:srgbClr val="D73A49"/>
                </a:solidFill>
                <a:effectLst/>
                <a:latin typeface="SFMono-Regular"/>
              </a:rPr>
              <a:t>=</a:t>
            </a:r>
            <a:r>
              <a:rPr lang="en-US" b="0" i="0">
                <a:solidFill>
                  <a:srgbClr val="24292E"/>
                </a:solidFill>
                <a:effectLst/>
                <a:latin typeface="SFMono-Regular"/>
              </a:rPr>
              <a:t> preprocessing.MinMaxScaler() </a:t>
            </a:r>
          </a:p>
          <a:p>
            <a:r>
              <a:rPr lang="en-US" b="0" i="0">
                <a:solidFill>
                  <a:srgbClr val="24292E"/>
                </a:solidFill>
                <a:effectLst/>
                <a:latin typeface="SFMono-Regular"/>
              </a:rPr>
              <a:t>scaler.fit(df) </a:t>
            </a:r>
          </a:p>
          <a:p>
            <a:r>
              <a:rPr lang="en-US" b="0" i="0">
                <a:solidFill>
                  <a:srgbClr val="24292E"/>
                </a:solidFill>
                <a:effectLst/>
                <a:latin typeface="SFMono-Regular"/>
              </a:rPr>
              <a:t>df </a:t>
            </a:r>
            <a:r>
              <a:rPr lang="en-US" b="0" i="0">
                <a:solidFill>
                  <a:srgbClr val="D73A49"/>
                </a:solidFill>
                <a:effectLst/>
                <a:latin typeface="SFMono-Regular"/>
              </a:rPr>
              <a:t>=</a:t>
            </a:r>
            <a:r>
              <a:rPr lang="en-US" b="0" i="0">
                <a:solidFill>
                  <a:srgbClr val="24292E"/>
                </a:solidFill>
                <a:effectLst/>
                <a:latin typeface="SFMono-Regular"/>
              </a:rPr>
              <a:t> pd.DataFrame(scaler.transform(df), index</a:t>
            </a:r>
            <a:r>
              <a:rPr lang="en-US" b="0" i="0">
                <a:solidFill>
                  <a:srgbClr val="D73A49"/>
                </a:solidFill>
                <a:effectLst/>
                <a:latin typeface="SFMono-Regular"/>
              </a:rPr>
              <a:t>=</a:t>
            </a:r>
            <a:r>
              <a:rPr lang="en-US" b="0" i="0">
                <a:solidFill>
                  <a:srgbClr val="24292E"/>
                </a:solidFill>
                <a:effectLst/>
                <a:latin typeface="SFMono-Regular"/>
              </a:rPr>
              <a:t>df.index, columns</a:t>
            </a:r>
            <a:r>
              <a:rPr lang="en-US" b="0" i="0">
                <a:solidFill>
                  <a:srgbClr val="D73A49"/>
                </a:solidFill>
                <a:effectLst/>
                <a:latin typeface="SFMono-Regular"/>
              </a:rPr>
              <a:t>=</a:t>
            </a:r>
            <a:r>
              <a:rPr lang="en-US" b="0" i="0">
                <a:solidFill>
                  <a:srgbClr val="24292E"/>
                </a:solidFill>
                <a:effectLst/>
                <a:latin typeface="SFMono-Regular"/>
              </a:rPr>
              <a:t>df.columns) </a:t>
            </a:r>
          </a:p>
          <a:p>
            <a:r>
              <a:rPr lang="en-US" b="0" i="0">
                <a:solidFill>
                  <a:srgbClr val="24292E"/>
                </a:solidFill>
                <a:effectLst/>
                <a:latin typeface="SFMono-Regular"/>
              </a:rPr>
              <a:t>df.iloc[</a:t>
            </a:r>
            <a:r>
              <a:rPr lang="en-US" b="0" i="0">
                <a:solidFill>
                  <a:srgbClr val="005CC5"/>
                </a:solidFill>
                <a:effectLst/>
                <a:latin typeface="SFMono-Regular"/>
              </a:rPr>
              <a:t>4</a:t>
            </a:r>
            <a:r>
              <a:rPr lang="en-US" b="0" i="0">
                <a:solidFill>
                  <a:srgbClr val="24292E"/>
                </a:solidFill>
                <a:effectLst/>
                <a:latin typeface="SFMono-Regular"/>
              </a:rPr>
              <a:t>:</a:t>
            </a:r>
            <a:r>
              <a:rPr lang="en-US" b="0" i="0">
                <a:solidFill>
                  <a:srgbClr val="005CC5"/>
                </a:solidFill>
                <a:effectLst/>
                <a:latin typeface="SFMono-Regular"/>
              </a:rPr>
              <a:t>10</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(df)</a:t>
            </a:r>
            <a:endParaRPr lang="en-US"/>
          </a:p>
        </p:txBody>
      </p:sp>
      <p:pic>
        <p:nvPicPr>
          <p:cNvPr id="9" name="Picture 8">
            <a:extLst>
              <a:ext uri="{FF2B5EF4-FFF2-40B4-BE49-F238E27FC236}">
                <a16:creationId xmlns:a16="http://schemas.microsoft.com/office/drawing/2014/main" id="{F03EA8F2-6A3A-4008-BBBD-7D1D3C789D4C}"/>
              </a:ext>
            </a:extLst>
          </p:cNvPr>
          <p:cNvPicPr>
            <a:picLocks noChangeAspect="1"/>
          </p:cNvPicPr>
          <p:nvPr/>
        </p:nvPicPr>
        <p:blipFill>
          <a:blip r:embed="rId2"/>
          <a:stretch>
            <a:fillRect/>
          </a:stretch>
        </p:blipFill>
        <p:spPr>
          <a:xfrm>
            <a:off x="1357134" y="5651031"/>
            <a:ext cx="7609066" cy="1118730"/>
          </a:xfrm>
          <a:prstGeom prst="rect">
            <a:avLst/>
          </a:prstGeom>
        </p:spPr>
      </p:pic>
      <p:sp>
        <p:nvSpPr>
          <p:cNvPr id="13" name="TextBox 12">
            <a:extLst>
              <a:ext uri="{FF2B5EF4-FFF2-40B4-BE49-F238E27FC236}">
                <a16:creationId xmlns:a16="http://schemas.microsoft.com/office/drawing/2014/main" id="{E75261D0-F588-4E28-BDE2-CCB605A710C7}"/>
              </a:ext>
            </a:extLst>
          </p:cNvPr>
          <p:cNvSpPr txBox="1"/>
          <p:nvPr/>
        </p:nvSpPr>
        <p:spPr>
          <a:xfrm>
            <a:off x="190500" y="6170270"/>
            <a:ext cx="1104900" cy="369332"/>
          </a:xfrm>
          <a:prstGeom prst="rect">
            <a:avLst/>
          </a:prstGeom>
          <a:noFill/>
        </p:spPr>
        <p:txBody>
          <a:bodyPr wrap="square">
            <a:spAutoFit/>
          </a:bodyPr>
          <a:lstStyle/>
          <a:p>
            <a:pPr marL="0" indent="0" algn="just">
              <a:buNone/>
            </a:pPr>
            <a:r>
              <a:rPr lang="en-US" sz="1800" b="1">
                <a:solidFill>
                  <a:srgbClr val="1B1B1B"/>
                </a:solidFill>
                <a:latin typeface="Open Sans" panose="020B0606030504020204" pitchFamily="34" charset="0"/>
              </a:rPr>
              <a:t>Kết quả</a:t>
            </a:r>
            <a:endParaRPr lang="en-US" b="1">
              <a:solidFill>
                <a:srgbClr val="1B1B1B"/>
              </a:solidFill>
              <a:latin typeface="Open Sans" panose="020B0606030504020204" pitchFamily="34" charset="0"/>
            </a:endParaRPr>
          </a:p>
        </p:txBody>
      </p:sp>
      <p:sp>
        <p:nvSpPr>
          <p:cNvPr id="11" name="Title 1">
            <a:extLst>
              <a:ext uri="{FF2B5EF4-FFF2-40B4-BE49-F238E27FC236}">
                <a16:creationId xmlns:a16="http://schemas.microsoft.com/office/drawing/2014/main" id="{5D3433B5-73D9-4736-9296-47044AAF90AD}"/>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451340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24</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a:t>
            </a:r>
            <a:r>
              <a:rPr lang="en-US" sz="2800" b="1" i="0">
                <a:solidFill>
                  <a:srgbClr val="1B1B1B"/>
                </a:solidFill>
                <a:effectLst/>
                <a:latin typeface="Open Sans" panose="020B0606030504020204" pitchFamily="34" charset="0"/>
              </a:rPr>
              <a:t>4</a:t>
            </a:r>
            <a:r>
              <a:rPr lang="vi-VN" sz="2800" b="1" i="0">
                <a:solidFill>
                  <a:srgbClr val="1B1B1B"/>
                </a:solidFill>
                <a:effectLst/>
                <a:latin typeface="Open Sans" panose="020B0606030504020204" pitchFamily="34" charset="0"/>
              </a:rPr>
              <a:t>: Phân tích dữ liệu thăm dò (EDA)</a:t>
            </a:r>
            <a:endParaRPr lang="en-US" sz="2800" b="1" i="0">
              <a:solidFill>
                <a:srgbClr val="1B1B1B"/>
              </a:solidFill>
              <a:effectLst/>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Bây giờ chúng </a:t>
            </a:r>
            <a:r>
              <a:rPr lang="en-US" sz="1800" b="0">
                <a:solidFill>
                  <a:srgbClr val="1B1B1B"/>
                </a:solidFill>
                <a:latin typeface="Open Sans" panose="020B0606030504020204" pitchFamily="34" charset="0"/>
              </a:rPr>
              <a:t>ta</a:t>
            </a:r>
            <a:r>
              <a:rPr lang="vi-VN" sz="1800" b="0" i="0">
                <a:solidFill>
                  <a:srgbClr val="1B1B1B"/>
                </a:solidFill>
                <a:effectLst/>
                <a:latin typeface="Open Sans" panose="020B0606030504020204" pitchFamily="34" charset="0"/>
              </a:rPr>
              <a:t> đã xử lý trước bộ dữ liệu, đã đến lúc kiểm tra phân tích thực hiện và xác định các biến quan trọng sẽ giúp dự đoán kết quả. Để làm điều này, </a:t>
            </a:r>
            <a:r>
              <a:rPr lang="en-US" sz="1800" b="0" i="0">
                <a:solidFill>
                  <a:srgbClr val="1B1B1B"/>
                </a:solidFill>
                <a:effectLst/>
                <a:latin typeface="Open Sans" panose="020B0606030504020204" pitchFamily="34" charset="0"/>
              </a:rPr>
              <a:t>ta</a:t>
            </a:r>
            <a:r>
              <a:rPr lang="vi-VN" sz="1800" b="0" i="0">
                <a:solidFill>
                  <a:srgbClr val="1B1B1B"/>
                </a:solidFill>
                <a:effectLst/>
                <a:latin typeface="Open Sans" panose="020B0606030504020204" pitchFamily="34" charset="0"/>
              </a:rPr>
              <a:t> sẽ sử dụng hàm SelectKBest có trong thư viện sklearn.</a:t>
            </a: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r>
              <a:rPr lang="en-US" sz="1800" b="0" i="0">
                <a:solidFill>
                  <a:srgbClr val="1B1B1B"/>
                </a:solidFill>
                <a:effectLst/>
                <a:latin typeface="Open Sans" panose="020B0606030504020204" pitchFamily="34" charset="0"/>
              </a:rPr>
              <a:t>Đầu ra cho chúng ta ba biến dự đoán quan trọng nhất:</a:t>
            </a:r>
          </a:p>
          <a:p>
            <a:pPr algn="l">
              <a:buFont typeface="+mj-lt"/>
              <a:buAutoNum type="arabicPeriod"/>
            </a:pPr>
            <a:r>
              <a:rPr lang="en-US" sz="1400" b="0" i="0">
                <a:solidFill>
                  <a:srgbClr val="1B1B1B"/>
                </a:solidFill>
                <a:effectLst/>
                <a:latin typeface="Open Sans" panose="020B0606030504020204" pitchFamily="34" charset="0"/>
              </a:rPr>
              <a:t>Rainfall</a:t>
            </a:r>
          </a:p>
          <a:p>
            <a:pPr algn="l">
              <a:buFont typeface="+mj-lt"/>
              <a:buAutoNum type="arabicPeriod"/>
            </a:pPr>
            <a:r>
              <a:rPr lang="en-US" sz="1400" b="0" i="0">
                <a:solidFill>
                  <a:srgbClr val="1B1B1B"/>
                </a:solidFill>
                <a:effectLst/>
                <a:latin typeface="Open Sans" panose="020B0606030504020204" pitchFamily="34" charset="0"/>
              </a:rPr>
              <a:t>Humidity3pm</a:t>
            </a:r>
          </a:p>
          <a:p>
            <a:pPr algn="l">
              <a:buFont typeface="+mj-lt"/>
              <a:buAutoNum type="arabicPeriod"/>
            </a:pPr>
            <a:r>
              <a:rPr lang="en-US" sz="1400" b="0" i="0">
                <a:solidFill>
                  <a:srgbClr val="1B1B1B"/>
                </a:solidFill>
                <a:effectLst/>
                <a:latin typeface="Open Sans" panose="020B0606030504020204" pitchFamily="34" charset="0"/>
              </a:rPr>
              <a:t>RainToday</a:t>
            </a:r>
          </a:p>
          <a:p>
            <a:pPr marL="0" indent="0" algn="just">
              <a:buNone/>
            </a:pPr>
            <a:endParaRPr lang="en-US" sz="16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p:txBody>
      </p:sp>
      <p:sp>
        <p:nvSpPr>
          <p:cNvPr id="9" name="TextBox 8">
            <a:extLst>
              <a:ext uri="{FF2B5EF4-FFF2-40B4-BE49-F238E27FC236}">
                <a16:creationId xmlns:a16="http://schemas.microsoft.com/office/drawing/2014/main" id="{045B5738-E2DD-4B1F-9AC9-25ECDC4AC39E}"/>
              </a:ext>
            </a:extLst>
          </p:cNvPr>
          <p:cNvSpPr txBox="1"/>
          <p:nvPr/>
        </p:nvSpPr>
        <p:spPr>
          <a:xfrm>
            <a:off x="495300" y="2819400"/>
            <a:ext cx="8362950" cy="2862322"/>
          </a:xfrm>
          <a:prstGeom prst="rect">
            <a:avLst/>
          </a:prstGeom>
          <a:solidFill>
            <a:schemeClr val="accent1">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D73A49"/>
                </a:solidFill>
                <a:effectLst/>
                <a:latin typeface="SFMono-Regular"/>
              </a:rPr>
              <a:t>import</a:t>
            </a:r>
            <a:r>
              <a:rPr lang="en-US" b="0" i="0">
                <a:solidFill>
                  <a:srgbClr val="24292E"/>
                </a:solidFill>
                <a:effectLst/>
                <a:latin typeface="SFMono-Regular"/>
              </a:rPr>
              <a:t> ... </a:t>
            </a:r>
          </a:p>
          <a:p>
            <a:r>
              <a:rPr lang="en-US" b="0" i="0">
                <a:solidFill>
                  <a:srgbClr val="D73A49"/>
                </a:solidFill>
                <a:effectLst/>
                <a:latin typeface="SFMono-Regular"/>
              </a:rPr>
              <a:t>from</a:t>
            </a:r>
            <a:r>
              <a:rPr lang="en-US" b="0" i="0">
                <a:solidFill>
                  <a:srgbClr val="24292E"/>
                </a:solidFill>
                <a:effectLst/>
                <a:latin typeface="SFMono-Regular"/>
              </a:rPr>
              <a:t> sklearn.feature_selection </a:t>
            </a:r>
          </a:p>
          <a:p>
            <a:r>
              <a:rPr lang="en-US" b="0" i="0">
                <a:solidFill>
                  <a:srgbClr val="D73A49"/>
                </a:solidFill>
                <a:effectLst/>
                <a:latin typeface="SFMono-Regular"/>
              </a:rPr>
              <a:t>import</a:t>
            </a:r>
            <a:r>
              <a:rPr lang="en-US" b="0" i="0">
                <a:solidFill>
                  <a:srgbClr val="24292E"/>
                </a:solidFill>
                <a:effectLst/>
                <a:latin typeface="SFMono-Regular"/>
              </a:rPr>
              <a:t> SelectKBest, chi2 </a:t>
            </a:r>
          </a:p>
          <a:p>
            <a:r>
              <a:rPr lang="en-US" b="0" i="0">
                <a:solidFill>
                  <a:srgbClr val="24292E"/>
                </a:solidFill>
                <a:effectLst/>
                <a:latin typeface="SFMono-Regular"/>
              </a:rPr>
              <a:t>X </a:t>
            </a:r>
            <a:r>
              <a:rPr lang="en-US" b="0" i="0">
                <a:solidFill>
                  <a:srgbClr val="D73A49"/>
                </a:solidFill>
                <a:effectLst/>
                <a:latin typeface="SFMono-Regular"/>
              </a:rPr>
              <a:t>=</a:t>
            </a:r>
            <a:r>
              <a:rPr lang="en-US" b="0" i="0">
                <a:solidFill>
                  <a:srgbClr val="24292E"/>
                </a:solidFill>
                <a:effectLst/>
                <a:latin typeface="SFMono-Regular"/>
              </a:rPr>
              <a:t> df.loc[:,df.columns</a:t>
            </a:r>
            <a:r>
              <a:rPr lang="en-US" b="0" i="0">
                <a:solidFill>
                  <a:srgbClr val="D73A49"/>
                </a:solidFill>
                <a:effectLst/>
                <a:latin typeface="SFMono-Regular"/>
              </a:rPr>
              <a:t>!=</a:t>
            </a:r>
            <a:r>
              <a:rPr lang="en-US" b="0" i="0">
                <a:solidFill>
                  <a:srgbClr val="032F62"/>
                </a:solidFill>
                <a:effectLst/>
                <a:latin typeface="SFMono-Regular"/>
              </a:rPr>
              <a:t>'RainTomorrow’</a:t>
            </a:r>
            <a:r>
              <a:rPr lang="en-US" b="0" i="0">
                <a:solidFill>
                  <a:srgbClr val="24292E"/>
                </a:solidFill>
                <a:effectLst/>
                <a:latin typeface="SFMono-Regular"/>
              </a:rPr>
              <a:t>] </a:t>
            </a:r>
          </a:p>
          <a:p>
            <a:r>
              <a:rPr lang="en-US" b="0" i="0">
                <a:solidFill>
                  <a:srgbClr val="24292E"/>
                </a:solidFill>
                <a:effectLst/>
                <a:latin typeface="SFMono-Regular"/>
              </a:rPr>
              <a:t>y </a:t>
            </a:r>
            <a:r>
              <a:rPr lang="en-US" b="0" i="0">
                <a:solidFill>
                  <a:srgbClr val="D73A49"/>
                </a:solidFill>
                <a:effectLst/>
                <a:latin typeface="SFMono-Regular"/>
              </a:rPr>
              <a:t>=</a:t>
            </a:r>
            <a:r>
              <a:rPr lang="en-US" b="0" i="0">
                <a:solidFill>
                  <a:srgbClr val="24292E"/>
                </a:solidFill>
                <a:effectLst/>
                <a:latin typeface="SFMono-Regular"/>
              </a:rPr>
              <a:t> df[[</a:t>
            </a:r>
            <a:r>
              <a:rPr lang="en-US" b="0" i="0">
                <a:solidFill>
                  <a:srgbClr val="032F62"/>
                </a:solidFill>
                <a:effectLst/>
                <a:latin typeface="SFMono-Regular"/>
              </a:rPr>
              <a:t>'RainTomorrow’</a:t>
            </a:r>
            <a:r>
              <a:rPr lang="en-US" b="0" i="0">
                <a:solidFill>
                  <a:srgbClr val="24292E"/>
                </a:solidFill>
                <a:effectLst/>
                <a:latin typeface="SFMono-Regular"/>
              </a:rPr>
              <a:t>]] </a:t>
            </a:r>
          </a:p>
          <a:p>
            <a:r>
              <a:rPr lang="en-US" b="0" i="0">
                <a:solidFill>
                  <a:srgbClr val="24292E"/>
                </a:solidFill>
                <a:effectLst/>
                <a:latin typeface="SFMono-Regular"/>
              </a:rPr>
              <a:t>selector </a:t>
            </a:r>
            <a:r>
              <a:rPr lang="en-US" b="0" i="0">
                <a:solidFill>
                  <a:srgbClr val="D73A49"/>
                </a:solidFill>
                <a:effectLst/>
                <a:latin typeface="SFMono-Regular"/>
              </a:rPr>
              <a:t>=</a:t>
            </a:r>
            <a:r>
              <a:rPr lang="en-US" b="0" i="0">
                <a:solidFill>
                  <a:srgbClr val="24292E"/>
                </a:solidFill>
                <a:effectLst/>
                <a:latin typeface="SFMono-Regular"/>
              </a:rPr>
              <a:t> SelectKBest(chi2, k</a:t>
            </a:r>
            <a:r>
              <a:rPr lang="en-US" b="0" i="0">
                <a:solidFill>
                  <a:srgbClr val="D73A49"/>
                </a:solidFill>
                <a:effectLst/>
                <a:latin typeface="SFMono-Regular"/>
              </a:rPr>
              <a:t>=</a:t>
            </a:r>
            <a:r>
              <a:rPr lang="en-US" b="0" i="0">
                <a:solidFill>
                  <a:srgbClr val="005CC5"/>
                </a:solidFill>
                <a:effectLst/>
                <a:latin typeface="SFMono-Regular"/>
              </a:rPr>
              <a:t>3</a:t>
            </a:r>
            <a:r>
              <a:rPr lang="en-US" b="0" i="0">
                <a:solidFill>
                  <a:srgbClr val="24292E"/>
                </a:solidFill>
                <a:effectLst/>
                <a:latin typeface="SFMono-Regular"/>
              </a:rPr>
              <a:t>) </a:t>
            </a:r>
          </a:p>
          <a:p>
            <a:r>
              <a:rPr lang="en-US" b="0" i="0">
                <a:solidFill>
                  <a:srgbClr val="24292E"/>
                </a:solidFill>
                <a:effectLst/>
                <a:latin typeface="SFMono-Regular"/>
              </a:rPr>
              <a:t>selector.fit(X, y) </a:t>
            </a:r>
          </a:p>
          <a:p>
            <a:r>
              <a:rPr lang="en-US" b="0" i="0">
                <a:solidFill>
                  <a:srgbClr val="24292E"/>
                </a:solidFill>
                <a:effectLst/>
                <a:latin typeface="SFMono-Regular"/>
              </a:rPr>
              <a:t>X_new </a:t>
            </a:r>
            <a:r>
              <a:rPr lang="en-US" b="0" i="0">
                <a:solidFill>
                  <a:srgbClr val="D73A49"/>
                </a:solidFill>
                <a:effectLst/>
                <a:latin typeface="SFMono-Regular"/>
              </a:rPr>
              <a:t>=</a:t>
            </a:r>
            <a:r>
              <a:rPr lang="en-US" b="0" i="0">
                <a:solidFill>
                  <a:srgbClr val="24292E"/>
                </a:solidFill>
                <a:effectLst/>
                <a:latin typeface="SFMono-Regular"/>
              </a:rPr>
              <a:t> selector.transform(X) </a:t>
            </a:r>
          </a:p>
          <a:p>
            <a:r>
              <a:rPr lang="en-US" b="0" i="0">
                <a:solidFill>
                  <a:srgbClr val="D73A49"/>
                </a:solidFill>
                <a:effectLst/>
                <a:latin typeface="SFMono-Regular"/>
              </a:rPr>
              <a:t>print</a:t>
            </a:r>
            <a:r>
              <a:rPr lang="en-US" b="0" i="0">
                <a:solidFill>
                  <a:srgbClr val="24292E"/>
                </a:solidFill>
                <a:effectLst/>
                <a:latin typeface="SFMono-Regular"/>
              </a:rPr>
              <a:t>(X.columns[selector.get_support(indices</a:t>
            </a:r>
            <a:r>
              <a:rPr lang="en-US" b="0" i="0">
                <a:solidFill>
                  <a:srgbClr val="D73A49"/>
                </a:solidFill>
                <a:effectLst/>
                <a:latin typeface="SFMono-Regular"/>
              </a:rPr>
              <a:t>=</a:t>
            </a:r>
            <a:r>
              <a:rPr lang="en-US" b="0" i="0">
                <a:solidFill>
                  <a:srgbClr val="005CC5"/>
                </a:solidFill>
                <a:effectLst/>
                <a:latin typeface="SFMono-Regular"/>
              </a:rPr>
              <a:t>True</a:t>
            </a:r>
            <a:r>
              <a:rPr lang="en-US" b="0" i="0">
                <a:solidFill>
                  <a:srgbClr val="24292E"/>
                </a:solidFill>
                <a:effectLst/>
                <a:latin typeface="SFMono-Regular"/>
              </a:rPr>
              <a:t>)])</a:t>
            </a:r>
            <a:endParaRPr lang="en-US"/>
          </a:p>
        </p:txBody>
      </p:sp>
      <p:sp>
        <p:nvSpPr>
          <p:cNvPr id="10" name="TextBox 9">
            <a:extLst>
              <a:ext uri="{FF2B5EF4-FFF2-40B4-BE49-F238E27FC236}">
                <a16:creationId xmlns:a16="http://schemas.microsoft.com/office/drawing/2014/main" id="{EB412552-DA4D-471D-9880-6219F5660437}"/>
              </a:ext>
            </a:extLst>
          </p:cNvPr>
          <p:cNvSpPr txBox="1"/>
          <p:nvPr/>
        </p:nvSpPr>
        <p:spPr>
          <a:xfrm>
            <a:off x="2819400" y="6039526"/>
            <a:ext cx="6172200" cy="369332"/>
          </a:xfrm>
          <a:prstGeom prst="rect">
            <a:avLst/>
          </a:prstGeom>
          <a:solidFill>
            <a:schemeClr val="accent1">
              <a:lumMod val="20000"/>
              <a:lumOff val="80000"/>
            </a:schemeClr>
          </a:solidFill>
        </p:spPr>
        <p:txBody>
          <a:bodyPr wrap="square">
            <a:spAutoFit/>
          </a:bodyPr>
          <a:lstStyle/>
          <a:p>
            <a:r>
              <a:rPr lang="en-US" b="0" i="0">
                <a:solidFill>
                  <a:srgbClr val="1B1B1B"/>
                </a:solidFill>
                <a:effectLst/>
                <a:latin typeface="SFMono-Regular"/>
              </a:rPr>
              <a:t>Index(['Rainfall', 'Humidity3pm', 'RainToday'], dtype='object')</a:t>
            </a:r>
            <a:endParaRPr lang="en-US"/>
          </a:p>
        </p:txBody>
      </p:sp>
      <p:sp>
        <p:nvSpPr>
          <p:cNvPr id="11" name="Title 1">
            <a:extLst>
              <a:ext uri="{FF2B5EF4-FFF2-40B4-BE49-F238E27FC236}">
                <a16:creationId xmlns:a16="http://schemas.microsoft.com/office/drawing/2014/main" id="{9938145A-82FD-41BB-98A8-1EEF33039B0C}"/>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3410213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25</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marL="0" indent="0" algn="just">
              <a:buNone/>
            </a:pPr>
            <a:r>
              <a:rPr lang="vi-VN" sz="2800" b="1" i="0">
                <a:solidFill>
                  <a:srgbClr val="1B1B1B"/>
                </a:solidFill>
                <a:effectLst/>
                <a:latin typeface="Open Sans" panose="020B0606030504020204" pitchFamily="34" charset="0"/>
              </a:rPr>
              <a:t>Bước </a:t>
            </a:r>
            <a:r>
              <a:rPr lang="en-US" sz="2800" b="1" i="0">
                <a:solidFill>
                  <a:srgbClr val="1B1B1B"/>
                </a:solidFill>
                <a:effectLst/>
                <a:latin typeface="Open Sans" panose="020B0606030504020204" pitchFamily="34" charset="0"/>
              </a:rPr>
              <a:t>4</a:t>
            </a:r>
            <a:r>
              <a:rPr lang="vi-VN" sz="2800" b="1" i="0">
                <a:solidFill>
                  <a:srgbClr val="1B1B1B"/>
                </a:solidFill>
                <a:effectLst/>
                <a:latin typeface="Open Sans" panose="020B0606030504020204" pitchFamily="34" charset="0"/>
              </a:rPr>
              <a:t>: Phân tích dữ liệu thăm dò (EDA)</a:t>
            </a:r>
            <a:endParaRPr lang="en-US" sz="2800" b="1" i="0">
              <a:solidFill>
                <a:srgbClr val="1B1B1B"/>
              </a:solidFill>
              <a:effectLst/>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Mục đích chính của bản demo này là để giúp bạn hiểu cách thức hoạt động của Machine Learning, do đó, để đơn giản hóa các tính toán, chúng tôi sẽ chỉ gán một trong các biến quan trọng này làm đầu vào.</a:t>
            </a:r>
            <a:endParaRPr lang="en-US"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Trong đoạn mã trên, X và y biểu thị đầu vào và đầu ra tương ứng.</a:t>
            </a:r>
            <a:endParaRPr lang="en-US" sz="1800" b="0" i="0">
              <a:solidFill>
                <a:srgbClr val="1B1B1B"/>
              </a:solidFill>
              <a:effectLst/>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p:txBody>
      </p:sp>
      <p:sp>
        <p:nvSpPr>
          <p:cNvPr id="9" name="TextBox 8">
            <a:extLst>
              <a:ext uri="{FF2B5EF4-FFF2-40B4-BE49-F238E27FC236}">
                <a16:creationId xmlns:a16="http://schemas.microsoft.com/office/drawing/2014/main" id="{045B5738-E2DD-4B1F-9AC9-25ECDC4AC39E}"/>
              </a:ext>
            </a:extLst>
          </p:cNvPr>
          <p:cNvSpPr txBox="1"/>
          <p:nvPr/>
        </p:nvSpPr>
        <p:spPr>
          <a:xfrm>
            <a:off x="628650" y="2971800"/>
            <a:ext cx="8362950" cy="2308324"/>
          </a:xfrm>
          <a:prstGeom prst="rect">
            <a:avLst/>
          </a:prstGeom>
          <a:solidFill>
            <a:schemeClr val="accent1">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24292E"/>
                </a:solidFill>
                <a:effectLst/>
                <a:latin typeface="SFMono-Regular"/>
              </a:rPr>
              <a:t>... </a:t>
            </a:r>
          </a:p>
          <a:p>
            <a:r>
              <a:rPr lang="en-US" b="0" i="0">
                <a:solidFill>
                  <a:srgbClr val="6A737D"/>
                </a:solidFill>
                <a:effectLst/>
                <a:latin typeface="SFMono-Regular"/>
              </a:rPr>
              <a:t>#The important features are put in a data frame</a:t>
            </a:r>
            <a:r>
              <a:rPr lang="en-US" b="0" i="0">
                <a:solidFill>
                  <a:srgbClr val="24292E"/>
                </a:solidFill>
                <a:effectLst/>
                <a:latin typeface="SFMono-Regular"/>
              </a:rPr>
              <a:t> </a:t>
            </a:r>
          </a:p>
          <a:p>
            <a:r>
              <a:rPr lang="en-US" b="0" i="0">
                <a:solidFill>
                  <a:srgbClr val="24292E"/>
                </a:solidFill>
                <a:effectLst/>
                <a:latin typeface="SFMono-Regular"/>
              </a:rPr>
              <a:t>df </a:t>
            </a:r>
            <a:r>
              <a:rPr lang="en-US" b="0" i="0">
                <a:solidFill>
                  <a:srgbClr val="D73A49"/>
                </a:solidFill>
                <a:effectLst/>
                <a:latin typeface="SFMono-Regular"/>
              </a:rPr>
              <a:t>=</a:t>
            </a:r>
            <a:r>
              <a:rPr lang="en-US" b="0" i="0">
                <a:solidFill>
                  <a:srgbClr val="24292E"/>
                </a:solidFill>
                <a:effectLst/>
                <a:latin typeface="SFMono-Regular"/>
              </a:rPr>
              <a:t> df[[</a:t>
            </a:r>
            <a:r>
              <a:rPr lang="en-US" b="0" i="0">
                <a:solidFill>
                  <a:srgbClr val="032F62"/>
                </a:solidFill>
                <a:effectLst/>
                <a:latin typeface="SFMono-Regular"/>
              </a:rPr>
              <a:t>'Humidity3pm'</a:t>
            </a:r>
            <a:r>
              <a:rPr lang="en-US" b="0" i="0">
                <a:solidFill>
                  <a:srgbClr val="24292E"/>
                </a:solidFill>
                <a:effectLst/>
                <a:latin typeface="SFMono-Regular"/>
              </a:rPr>
              <a:t>,</a:t>
            </a:r>
            <a:r>
              <a:rPr lang="en-US" b="0" i="0">
                <a:solidFill>
                  <a:srgbClr val="032F62"/>
                </a:solidFill>
                <a:effectLst/>
                <a:latin typeface="SFMono-Regular"/>
              </a:rPr>
              <a:t>'Rainfall'</a:t>
            </a:r>
            <a:r>
              <a:rPr lang="en-US" b="0" i="0">
                <a:solidFill>
                  <a:srgbClr val="24292E"/>
                </a:solidFill>
                <a:effectLst/>
                <a:latin typeface="SFMono-Regular"/>
              </a:rPr>
              <a:t>,</a:t>
            </a:r>
            <a:r>
              <a:rPr lang="en-US" b="0" i="0">
                <a:solidFill>
                  <a:srgbClr val="032F62"/>
                </a:solidFill>
                <a:effectLst/>
                <a:latin typeface="SFMono-Regular"/>
              </a:rPr>
              <a:t>'RainToday'</a:t>
            </a:r>
            <a:r>
              <a:rPr lang="en-US" b="0" i="0">
                <a:solidFill>
                  <a:srgbClr val="24292E"/>
                </a:solidFill>
                <a:effectLst/>
                <a:latin typeface="SFMono-Regular"/>
              </a:rPr>
              <a:t>,</a:t>
            </a:r>
            <a:r>
              <a:rPr lang="en-US" b="0" i="0">
                <a:solidFill>
                  <a:srgbClr val="032F62"/>
                </a:solidFill>
                <a:effectLst/>
                <a:latin typeface="SFMono-Regular"/>
              </a:rPr>
              <a:t>'RainTomorrow’</a:t>
            </a:r>
            <a:r>
              <a:rPr lang="en-US" b="0" i="0">
                <a:solidFill>
                  <a:srgbClr val="24292E"/>
                </a:solidFill>
                <a:effectLst/>
                <a:latin typeface="SFMono-Regular"/>
              </a:rPr>
              <a:t>]] </a:t>
            </a:r>
          </a:p>
          <a:p>
            <a:r>
              <a:rPr lang="en-US" b="0" i="0">
                <a:solidFill>
                  <a:srgbClr val="6A737D"/>
                </a:solidFill>
                <a:effectLst/>
                <a:latin typeface="SFMono-Regular"/>
              </a:rPr>
              <a:t>#To simplify computations we will use only one feature (Humidity3pm) to build the model</a:t>
            </a:r>
            <a:r>
              <a:rPr lang="en-US" b="0" i="0">
                <a:solidFill>
                  <a:srgbClr val="24292E"/>
                </a:solidFill>
                <a:effectLst/>
                <a:latin typeface="SFMono-Regular"/>
              </a:rPr>
              <a:t> </a:t>
            </a:r>
          </a:p>
          <a:p>
            <a:r>
              <a:rPr lang="en-US" b="0" i="0">
                <a:solidFill>
                  <a:srgbClr val="24292E"/>
                </a:solidFill>
                <a:effectLst/>
                <a:latin typeface="SFMono-Regular"/>
              </a:rPr>
              <a:t>X </a:t>
            </a:r>
            <a:r>
              <a:rPr lang="en-US" b="0" i="0">
                <a:solidFill>
                  <a:srgbClr val="D73A49"/>
                </a:solidFill>
                <a:effectLst/>
                <a:latin typeface="SFMono-Regular"/>
              </a:rPr>
              <a:t>=</a:t>
            </a:r>
            <a:r>
              <a:rPr lang="en-US" b="0" i="0">
                <a:solidFill>
                  <a:srgbClr val="24292E"/>
                </a:solidFill>
                <a:effectLst/>
                <a:latin typeface="SFMono-Regular"/>
              </a:rPr>
              <a:t> df[[</a:t>
            </a:r>
            <a:r>
              <a:rPr lang="en-US" b="0" i="0">
                <a:solidFill>
                  <a:srgbClr val="032F62"/>
                </a:solidFill>
                <a:effectLst/>
                <a:latin typeface="SFMono-Regular"/>
              </a:rPr>
              <a:t>'Humidity3pm’</a:t>
            </a:r>
            <a:r>
              <a:rPr lang="en-US" b="0" i="0">
                <a:solidFill>
                  <a:srgbClr val="24292E"/>
                </a:solidFill>
                <a:effectLst/>
                <a:latin typeface="SFMono-Regular"/>
              </a:rPr>
              <a:t>]] </a:t>
            </a:r>
          </a:p>
          <a:p>
            <a:r>
              <a:rPr lang="en-US" b="0" i="0">
                <a:solidFill>
                  <a:srgbClr val="24292E"/>
                </a:solidFill>
                <a:effectLst/>
                <a:latin typeface="SFMono-Regular"/>
              </a:rPr>
              <a:t>y </a:t>
            </a:r>
            <a:r>
              <a:rPr lang="en-US" b="0" i="0">
                <a:solidFill>
                  <a:srgbClr val="D73A49"/>
                </a:solidFill>
                <a:effectLst/>
                <a:latin typeface="SFMono-Regular"/>
              </a:rPr>
              <a:t>=</a:t>
            </a:r>
            <a:r>
              <a:rPr lang="en-US" b="0" i="0">
                <a:solidFill>
                  <a:srgbClr val="24292E"/>
                </a:solidFill>
                <a:effectLst/>
                <a:latin typeface="SFMono-Regular"/>
              </a:rPr>
              <a:t> df[[</a:t>
            </a:r>
            <a:r>
              <a:rPr lang="en-US" b="0" i="0">
                <a:solidFill>
                  <a:srgbClr val="032F62"/>
                </a:solidFill>
                <a:effectLst/>
                <a:latin typeface="SFMono-Regular"/>
              </a:rPr>
              <a:t>'RainTomorrow'</a:t>
            </a:r>
            <a:r>
              <a:rPr lang="en-US" b="0" i="0">
                <a:solidFill>
                  <a:srgbClr val="24292E"/>
                </a:solidFill>
                <a:effectLst/>
                <a:latin typeface="SFMono-Regular"/>
              </a:rPr>
              <a:t>]]</a:t>
            </a:r>
            <a:endParaRPr lang="en-US"/>
          </a:p>
        </p:txBody>
      </p:sp>
      <p:sp>
        <p:nvSpPr>
          <p:cNvPr id="8" name="Title 1">
            <a:extLst>
              <a:ext uri="{FF2B5EF4-FFF2-40B4-BE49-F238E27FC236}">
                <a16:creationId xmlns:a16="http://schemas.microsoft.com/office/drawing/2014/main" id="{78DE28F8-F93F-43CA-BAA7-08D169922BB9}"/>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1089533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26</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57200" y="650875"/>
            <a:ext cx="8229600" cy="5866598"/>
          </a:xfrm>
        </p:spPr>
        <p:txBody>
          <a:bodyPr>
            <a:normAutofit/>
          </a:bodyPr>
          <a:lstStyle/>
          <a:p>
            <a:pPr marL="0" indent="0" algn="just">
              <a:buNone/>
            </a:pPr>
            <a:r>
              <a:rPr lang="en-US" sz="2800" b="1" i="0">
                <a:solidFill>
                  <a:srgbClr val="1B1B1B"/>
                </a:solidFill>
                <a:effectLst/>
                <a:latin typeface="Open Sans" panose="020B0606030504020204" pitchFamily="34" charset="0"/>
              </a:rPr>
              <a:t>Bước 5: Xây dựng Machine Learning Model</a:t>
            </a:r>
            <a:endParaRPr lang="en-US" sz="1800" b="0" i="0">
              <a:solidFill>
                <a:srgbClr val="1B1B1B"/>
              </a:solidFill>
              <a:effectLst/>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Ở bước này, chúng tôi sẽ xây dựng mô hình Machine Learning bằng cách sử dụng training data set và đánh giá hiệu quả của mô hình bằng cách sử dụng testing data set.</a:t>
            </a:r>
            <a:endParaRPr lang="en-US" sz="1800" b="0" i="0">
              <a:solidFill>
                <a:srgbClr val="1B1B1B"/>
              </a:solidFill>
              <a:effectLst/>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Dưới đây là đoạn mã cho từng mô hình Decision Tree</a:t>
            </a:r>
            <a:r>
              <a:rPr lang="en-US" sz="1800" b="0" i="0">
                <a:solidFill>
                  <a:srgbClr val="1B1B1B"/>
                </a:solidFill>
                <a:effectLst/>
                <a:latin typeface="Open Sans" panose="020B0606030504020204" pitchFamily="34" charset="0"/>
              </a:rPr>
              <a:t>:</a:t>
            </a:r>
            <a:endParaRPr lang="en-US"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r>
              <a:rPr lang="vi-VN" sz="1800" b="0" i="0">
                <a:solidFill>
                  <a:srgbClr val="1B1B1B"/>
                </a:solidFill>
                <a:effectLst/>
                <a:latin typeface="Open Sans" panose="020B0606030504020204" pitchFamily="34" charset="0"/>
              </a:rPr>
              <a:t>Trong đoạn mã trên, X và y biểu thị đầu vào và đầu ra tương ứng.</a:t>
            </a:r>
            <a:endParaRPr lang="en-US" sz="1800" b="0" i="0">
              <a:solidFill>
                <a:srgbClr val="1B1B1B"/>
              </a:solidFill>
              <a:effectLst/>
              <a:latin typeface="Open Sans" panose="020B0606030504020204" pitchFamily="34" charset="0"/>
            </a:endParaRPr>
          </a:p>
          <a:p>
            <a:pPr marL="0" indent="0" algn="just">
              <a:buNone/>
            </a:pPr>
            <a:endParaRPr lang="en-US" sz="1800" b="0" i="0">
              <a:solidFill>
                <a:srgbClr val="1B1B1B"/>
              </a:solidFill>
              <a:effectLst/>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a:p>
            <a:pPr marL="0" indent="0" algn="just">
              <a:buNone/>
            </a:pPr>
            <a:endParaRPr lang="en-US" sz="1800" b="0">
              <a:solidFill>
                <a:srgbClr val="1B1B1B"/>
              </a:solidFill>
              <a:latin typeface="Open Sans" panose="020B0606030504020204" pitchFamily="34" charset="0"/>
            </a:endParaRPr>
          </a:p>
        </p:txBody>
      </p:sp>
      <p:sp>
        <p:nvSpPr>
          <p:cNvPr id="9" name="TextBox 8">
            <a:extLst>
              <a:ext uri="{FF2B5EF4-FFF2-40B4-BE49-F238E27FC236}">
                <a16:creationId xmlns:a16="http://schemas.microsoft.com/office/drawing/2014/main" id="{045B5738-E2DD-4B1F-9AC9-25ECDC4AC39E}"/>
              </a:ext>
            </a:extLst>
          </p:cNvPr>
          <p:cNvSpPr txBox="1"/>
          <p:nvPr/>
        </p:nvSpPr>
        <p:spPr>
          <a:xfrm>
            <a:off x="177800" y="2332883"/>
            <a:ext cx="8858250" cy="4524315"/>
          </a:xfrm>
          <a:prstGeom prst="rect">
            <a:avLst/>
          </a:prstGeom>
          <a:solidFill>
            <a:schemeClr val="accent1">
              <a:lumMod val="20000"/>
              <a:lumOff val="80000"/>
            </a:schemeClr>
          </a:solidFill>
        </p:spPr>
        <p:txBody>
          <a:bodyPr wrap="square">
            <a:spAutoFit/>
          </a:bodyPr>
          <a:lstStyle/>
          <a:p>
            <a:r>
              <a:rPr lang="en-US" b="0" i="0">
                <a:solidFill>
                  <a:srgbClr val="6A737D"/>
                </a:solidFill>
                <a:effectLst/>
                <a:latin typeface="SFMono-Regular"/>
              </a:rPr>
              <a:t>#AI/main.py</a:t>
            </a:r>
            <a:r>
              <a:rPr lang="en-US" b="0" i="0">
                <a:solidFill>
                  <a:srgbClr val="24292E"/>
                </a:solidFill>
                <a:effectLst/>
                <a:latin typeface="SFMono-Regular"/>
              </a:rPr>
              <a:t> </a:t>
            </a:r>
          </a:p>
          <a:p>
            <a:r>
              <a:rPr lang="en-US" b="0" i="0">
                <a:solidFill>
                  <a:srgbClr val="24292E"/>
                </a:solidFill>
                <a:effectLst/>
                <a:latin typeface="SFMono-Regular"/>
              </a:rPr>
              <a:t>... </a:t>
            </a:r>
          </a:p>
          <a:p>
            <a:r>
              <a:rPr lang="en-US" b="0" i="0">
                <a:solidFill>
                  <a:srgbClr val="6A737D"/>
                </a:solidFill>
                <a:effectLst/>
                <a:latin typeface="SFMono-Regular"/>
              </a:rPr>
              <a:t>#Decision Tree Classifier</a:t>
            </a:r>
            <a:r>
              <a:rPr lang="en-US" b="0" i="0">
                <a:solidFill>
                  <a:srgbClr val="24292E"/>
                </a:solidFill>
                <a:effectLst/>
                <a:latin typeface="SFMono-Regular"/>
              </a:rPr>
              <a:t> </a:t>
            </a:r>
          </a:p>
          <a:p>
            <a:r>
              <a:rPr lang="en-US" b="0" i="0">
                <a:solidFill>
                  <a:srgbClr val="D73A49"/>
                </a:solidFill>
                <a:effectLst/>
                <a:latin typeface="SFMono-Regular"/>
              </a:rPr>
              <a:t>from</a:t>
            </a:r>
            <a:r>
              <a:rPr lang="en-US" b="0" i="0">
                <a:solidFill>
                  <a:srgbClr val="24292E"/>
                </a:solidFill>
                <a:effectLst/>
                <a:latin typeface="SFMono-Regular"/>
              </a:rPr>
              <a:t> sklearn.tree </a:t>
            </a:r>
            <a:r>
              <a:rPr lang="en-US" b="0" i="0">
                <a:solidFill>
                  <a:srgbClr val="D73A49"/>
                </a:solidFill>
                <a:effectLst/>
                <a:latin typeface="SFMono-Regular"/>
              </a:rPr>
              <a:t>import</a:t>
            </a:r>
            <a:r>
              <a:rPr lang="en-US" b="0" i="0">
                <a:solidFill>
                  <a:srgbClr val="24292E"/>
                </a:solidFill>
                <a:effectLst/>
                <a:latin typeface="SFMono-Regular"/>
              </a:rPr>
              <a:t> DecisionTreeClassifier </a:t>
            </a:r>
          </a:p>
          <a:p>
            <a:r>
              <a:rPr lang="en-US" b="0" i="0">
                <a:solidFill>
                  <a:srgbClr val="D73A49"/>
                </a:solidFill>
                <a:effectLst/>
                <a:latin typeface="SFMono-Regular"/>
              </a:rPr>
              <a:t>from</a:t>
            </a:r>
            <a:r>
              <a:rPr lang="en-US" b="0" i="0">
                <a:solidFill>
                  <a:srgbClr val="24292E"/>
                </a:solidFill>
                <a:effectLst/>
                <a:latin typeface="SFMono-Regular"/>
              </a:rPr>
              <a:t> sklearn.model_selection </a:t>
            </a:r>
            <a:r>
              <a:rPr lang="en-US" b="0" i="0">
                <a:solidFill>
                  <a:srgbClr val="D73A49"/>
                </a:solidFill>
                <a:effectLst/>
                <a:latin typeface="SFMono-Regular"/>
              </a:rPr>
              <a:t>import</a:t>
            </a:r>
            <a:r>
              <a:rPr lang="en-US" b="0" i="0">
                <a:solidFill>
                  <a:srgbClr val="24292E"/>
                </a:solidFill>
                <a:effectLst/>
                <a:latin typeface="SFMono-Regular"/>
              </a:rPr>
              <a:t> train_test_split </a:t>
            </a:r>
          </a:p>
          <a:p>
            <a:r>
              <a:rPr lang="en-US" b="0" i="0">
                <a:solidFill>
                  <a:srgbClr val="6A737D"/>
                </a:solidFill>
                <a:effectLst/>
                <a:latin typeface="SFMono-Regular"/>
              </a:rPr>
              <a:t>#Calculating the accuracy and the time taken by the classifier</a:t>
            </a:r>
            <a:r>
              <a:rPr lang="en-US" b="0" i="0">
                <a:solidFill>
                  <a:srgbClr val="24292E"/>
                </a:solidFill>
                <a:effectLst/>
                <a:latin typeface="SFMono-Regular"/>
              </a:rPr>
              <a:t> </a:t>
            </a:r>
          </a:p>
          <a:p>
            <a:r>
              <a:rPr lang="en-US" b="0" i="0">
                <a:solidFill>
                  <a:srgbClr val="24292E"/>
                </a:solidFill>
                <a:effectLst/>
                <a:latin typeface="SFMono-Regular"/>
              </a:rPr>
              <a:t>t0</a:t>
            </a:r>
            <a:r>
              <a:rPr lang="en-US" b="0" i="0">
                <a:solidFill>
                  <a:srgbClr val="D73A49"/>
                </a:solidFill>
                <a:effectLst/>
                <a:latin typeface="SFMono-Regular"/>
              </a:rPr>
              <a:t>=</a:t>
            </a:r>
            <a:r>
              <a:rPr lang="en-US" b="0" i="0">
                <a:solidFill>
                  <a:srgbClr val="24292E"/>
                </a:solidFill>
                <a:effectLst/>
                <a:latin typeface="SFMono-Regular"/>
              </a:rPr>
              <a:t>time.time() </a:t>
            </a:r>
          </a:p>
          <a:p>
            <a:r>
              <a:rPr lang="en-US" b="0" i="0">
                <a:solidFill>
                  <a:srgbClr val="6A737D"/>
                </a:solidFill>
                <a:effectLst/>
                <a:latin typeface="SFMono-Regular"/>
              </a:rPr>
              <a:t>#Data Splicing</a:t>
            </a:r>
            <a:r>
              <a:rPr lang="en-US" b="0" i="0">
                <a:solidFill>
                  <a:srgbClr val="24292E"/>
                </a:solidFill>
                <a:effectLst/>
                <a:latin typeface="SFMono-Regular"/>
              </a:rPr>
              <a:t> X_train,X_test,y_train,y_test </a:t>
            </a:r>
            <a:r>
              <a:rPr lang="en-US" b="0" i="0">
                <a:solidFill>
                  <a:srgbClr val="D73A49"/>
                </a:solidFill>
                <a:effectLst/>
                <a:latin typeface="SFMono-Regular"/>
              </a:rPr>
              <a:t>=</a:t>
            </a:r>
            <a:r>
              <a:rPr lang="en-US" b="0" i="0">
                <a:solidFill>
                  <a:srgbClr val="24292E"/>
                </a:solidFill>
                <a:effectLst/>
                <a:latin typeface="SFMono-Regular"/>
              </a:rPr>
              <a:t> train_test_split(X,y,test_size</a:t>
            </a:r>
            <a:r>
              <a:rPr lang="en-US" b="0" i="0">
                <a:solidFill>
                  <a:srgbClr val="D73A49"/>
                </a:solidFill>
                <a:effectLst/>
                <a:latin typeface="SFMono-Regular"/>
              </a:rPr>
              <a:t>=</a:t>
            </a:r>
            <a:r>
              <a:rPr lang="en-US" b="0" i="0">
                <a:solidFill>
                  <a:srgbClr val="005CC5"/>
                </a:solidFill>
                <a:effectLst/>
                <a:latin typeface="SFMono-Regular"/>
              </a:rPr>
              <a:t>0.25</a:t>
            </a:r>
            <a:r>
              <a:rPr lang="en-US" b="0" i="0">
                <a:solidFill>
                  <a:srgbClr val="24292E"/>
                </a:solidFill>
                <a:effectLst/>
                <a:latin typeface="SFMono-Regular"/>
              </a:rPr>
              <a:t>) </a:t>
            </a:r>
          </a:p>
          <a:p>
            <a:r>
              <a:rPr lang="en-US" b="0" i="0">
                <a:solidFill>
                  <a:srgbClr val="24292E"/>
                </a:solidFill>
                <a:effectLst/>
                <a:latin typeface="SFMono-Regular"/>
              </a:rPr>
              <a:t>clf_dt </a:t>
            </a:r>
            <a:r>
              <a:rPr lang="en-US" b="0" i="0">
                <a:solidFill>
                  <a:srgbClr val="D73A49"/>
                </a:solidFill>
                <a:effectLst/>
                <a:latin typeface="SFMono-Regular"/>
              </a:rPr>
              <a:t>=</a:t>
            </a:r>
            <a:r>
              <a:rPr lang="en-US" b="0" i="0">
                <a:solidFill>
                  <a:srgbClr val="24292E"/>
                </a:solidFill>
                <a:effectLst/>
                <a:latin typeface="SFMono-Regular"/>
              </a:rPr>
              <a:t> DecisionTreeClassifier(random_state</a:t>
            </a:r>
            <a:r>
              <a:rPr lang="en-US" b="0" i="0">
                <a:solidFill>
                  <a:srgbClr val="D73A49"/>
                </a:solidFill>
                <a:effectLst/>
                <a:latin typeface="SFMono-Regular"/>
              </a:rPr>
              <a:t>=</a:t>
            </a:r>
            <a:r>
              <a:rPr lang="en-US" b="0" i="0">
                <a:solidFill>
                  <a:srgbClr val="005CC5"/>
                </a:solidFill>
                <a:effectLst/>
                <a:latin typeface="SFMono-Regular"/>
              </a:rPr>
              <a:t>0</a:t>
            </a:r>
            <a:r>
              <a:rPr lang="en-US" b="0" i="0">
                <a:solidFill>
                  <a:srgbClr val="24292E"/>
                </a:solidFill>
                <a:effectLst/>
                <a:latin typeface="SFMono-Regular"/>
              </a:rPr>
              <a:t>) </a:t>
            </a:r>
          </a:p>
          <a:p>
            <a:r>
              <a:rPr lang="en-US" b="0" i="0">
                <a:solidFill>
                  <a:srgbClr val="6A737D"/>
                </a:solidFill>
                <a:effectLst/>
                <a:latin typeface="SFMono-Regular"/>
              </a:rPr>
              <a:t>#Building the model using the training data set</a:t>
            </a:r>
            <a:r>
              <a:rPr lang="en-US" b="0" i="0">
                <a:solidFill>
                  <a:srgbClr val="24292E"/>
                </a:solidFill>
                <a:effectLst/>
                <a:latin typeface="SFMono-Regular"/>
              </a:rPr>
              <a:t> </a:t>
            </a:r>
          </a:p>
          <a:p>
            <a:r>
              <a:rPr lang="en-US" b="0" i="0">
                <a:solidFill>
                  <a:srgbClr val="24292E"/>
                </a:solidFill>
                <a:effectLst/>
                <a:latin typeface="SFMono-Regular"/>
              </a:rPr>
              <a:t>clf_dt.fit(X_train,y_train) </a:t>
            </a:r>
          </a:p>
          <a:p>
            <a:r>
              <a:rPr lang="en-US" b="0" i="0">
                <a:solidFill>
                  <a:srgbClr val="6A737D"/>
                </a:solidFill>
                <a:effectLst/>
                <a:latin typeface="SFMono-Regular"/>
              </a:rPr>
              <a:t>#Evaluating the model using testing data set</a:t>
            </a:r>
            <a:r>
              <a:rPr lang="en-US" b="0" i="0">
                <a:solidFill>
                  <a:srgbClr val="24292E"/>
                </a:solidFill>
                <a:effectLst/>
                <a:latin typeface="SFMono-Regular"/>
              </a:rPr>
              <a:t> </a:t>
            </a:r>
          </a:p>
          <a:p>
            <a:r>
              <a:rPr lang="en-US" b="0" i="0">
                <a:solidFill>
                  <a:srgbClr val="24292E"/>
                </a:solidFill>
                <a:effectLst/>
                <a:latin typeface="SFMono-Regular"/>
              </a:rPr>
              <a:t>y_pred </a:t>
            </a:r>
            <a:r>
              <a:rPr lang="en-US" b="0" i="0">
                <a:solidFill>
                  <a:srgbClr val="D73A49"/>
                </a:solidFill>
                <a:effectLst/>
                <a:latin typeface="SFMono-Regular"/>
              </a:rPr>
              <a:t>=</a:t>
            </a:r>
            <a:r>
              <a:rPr lang="en-US" b="0" i="0">
                <a:solidFill>
                  <a:srgbClr val="24292E"/>
                </a:solidFill>
                <a:effectLst/>
                <a:latin typeface="SFMono-Regular"/>
              </a:rPr>
              <a:t> clf_dt.predict(X_test) score </a:t>
            </a:r>
            <a:r>
              <a:rPr lang="en-US" b="0" i="0">
                <a:solidFill>
                  <a:srgbClr val="D73A49"/>
                </a:solidFill>
                <a:effectLst/>
                <a:latin typeface="SFMono-Regular"/>
              </a:rPr>
              <a:t>=</a:t>
            </a:r>
            <a:r>
              <a:rPr lang="en-US" b="0" i="0">
                <a:solidFill>
                  <a:srgbClr val="24292E"/>
                </a:solidFill>
                <a:effectLst/>
                <a:latin typeface="SFMono-Regular"/>
              </a:rPr>
              <a:t> accuracy_score(y_test,y_pred) </a:t>
            </a:r>
          </a:p>
          <a:p>
            <a:r>
              <a:rPr lang="en-US" b="0" i="0">
                <a:solidFill>
                  <a:srgbClr val="6A737D"/>
                </a:solidFill>
                <a:effectLst/>
                <a:latin typeface="SFMono-Regular"/>
              </a:rPr>
              <a:t>#Printing the accuracy and the time taken by the classifier</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a:t>
            </a:r>
            <a:r>
              <a:rPr lang="en-US" b="0" i="0">
                <a:solidFill>
                  <a:srgbClr val="032F62"/>
                </a:solidFill>
                <a:effectLst/>
                <a:latin typeface="SFMono-Regular"/>
              </a:rPr>
              <a:t>'Accuracy using Decision Tree Classifier:'</a:t>
            </a:r>
            <a:r>
              <a:rPr lang="en-US" b="0" i="0">
                <a:solidFill>
                  <a:srgbClr val="24292E"/>
                </a:solidFill>
                <a:effectLst/>
                <a:latin typeface="SFMono-Regular"/>
              </a:rPr>
              <a:t>,score) </a:t>
            </a:r>
            <a:r>
              <a:rPr lang="en-US" b="0" i="0">
                <a:solidFill>
                  <a:srgbClr val="6A737D"/>
                </a:solidFill>
                <a:effectLst/>
                <a:latin typeface="SFMono-Regular"/>
              </a:rPr>
              <a:t>#0.8382144472930176</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a:t>
            </a:r>
            <a:r>
              <a:rPr lang="en-US" b="0" i="0">
                <a:solidFill>
                  <a:srgbClr val="032F62"/>
                </a:solidFill>
                <a:effectLst/>
                <a:latin typeface="SFMono-Regular"/>
              </a:rPr>
              <a:t>'Time taken using Decision Tree Classifier:'</a:t>
            </a:r>
            <a:r>
              <a:rPr lang="en-US" b="0" i="0">
                <a:solidFill>
                  <a:srgbClr val="24292E"/>
                </a:solidFill>
                <a:effectLst/>
                <a:latin typeface="SFMono-Regular"/>
              </a:rPr>
              <a:t> , time.time()</a:t>
            </a:r>
            <a:r>
              <a:rPr lang="en-US" b="0" i="0">
                <a:solidFill>
                  <a:srgbClr val="D73A49"/>
                </a:solidFill>
                <a:effectLst/>
                <a:latin typeface="SFMono-Regular"/>
              </a:rPr>
              <a:t>-</a:t>
            </a:r>
            <a:r>
              <a:rPr lang="en-US" b="0" i="0">
                <a:solidFill>
                  <a:srgbClr val="24292E"/>
                </a:solidFill>
                <a:effectLst/>
                <a:latin typeface="SFMono-Regular"/>
              </a:rPr>
              <a:t>t0) </a:t>
            </a:r>
            <a:r>
              <a:rPr lang="en-US" b="0" i="0">
                <a:solidFill>
                  <a:srgbClr val="6A737D"/>
                </a:solidFill>
                <a:effectLst/>
                <a:latin typeface="SFMono-Regular"/>
              </a:rPr>
              <a:t>#0.033601999282836914</a:t>
            </a:r>
            <a:endParaRPr lang="en-US"/>
          </a:p>
        </p:txBody>
      </p:sp>
      <p:sp>
        <p:nvSpPr>
          <p:cNvPr id="8" name="Title 1">
            <a:extLst>
              <a:ext uri="{FF2B5EF4-FFF2-40B4-BE49-F238E27FC236}">
                <a16:creationId xmlns:a16="http://schemas.microsoft.com/office/drawing/2014/main" id="{301EECDB-6B9A-49BF-A455-80933DE1B854}"/>
              </a:ext>
            </a:extLst>
          </p:cNvPr>
          <p:cNvSpPr>
            <a:spLocks noGrp="1"/>
          </p:cNvSpPr>
          <p:nvPr>
            <p:ph type="title"/>
          </p:nvPr>
        </p:nvSpPr>
        <p:spPr>
          <a:xfrm>
            <a:off x="0" y="-152400"/>
            <a:ext cx="9144000" cy="884237"/>
          </a:xfrm>
        </p:spPr>
        <p:txBody>
          <a:bodyPr>
            <a:noAutofit/>
          </a:bodyPr>
          <a:lstStyle/>
          <a:p>
            <a:r>
              <a:rPr lang="en-US" sz="2800" b="1" i="0">
                <a:effectLst/>
                <a:latin typeface="Open Sans" panose="020B0606030504020204" pitchFamily="34" charset="0"/>
              </a:rPr>
              <a:t>Ví dụ: Sử dụng Machine Learning trong Python</a:t>
            </a:r>
            <a:endParaRPr lang="en-US" sz="2800"/>
          </a:p>
        </p:txBody>
      </p:sp>
    </p:spTree>
    <p:extLst>
      <p:ext uri="{BB962C8B-B14F-4D97-AF65-F5344CB8AC3E}">
        <p14:creationId xmlns:p14="http://schemas.microsoft.com/office/powerpoint/2010/main" val="23437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673C-8F85-4410-ABB1-7D54D23E360D}"/>
              </a:ext>
            </a:extLst>
          </p:cNvPr>
          <p:cNvSpPr>
            <a:spLocks noGrp="1"/>
          </p:cNvSpPr>
          <p:nvPr>
            <p:ph type="title"/>
          </p:nvPr>
        </p:nvSpPr>
        <p:spPr/>
        <p:txBody>
          <a:bodyPr>
            <a:normAutofit/>
          </a:bodyPr>
          <a:lstStyle/>
          <a:p>
            <a:r>
              <a:rPr lang="en-US" b="1" i="0">
                <a:effectLst/>
                <a:latin typeface="Open Sans" panose="020B0606030504020204" pitchFamily="34" charset="0"/>
              </a:rPr>
              <a:t>Hạn chế của Machine Learning</a:t>
            </a:r>
            <a:endParaRPr lang="en-US"/>
          </a:p>
        </p:txBody>
      </p:sp>
      <p:sp>
        <p:nvSpPr>
          <p:cNvPr id="4" name="Slide Number Placeholder 3">
            <a:extLst>
              <a:ext uri="{FF2B5EF4-FFF2-40B4-BE49-F238E27FC236}">
                <a16:creationId xmlns:a16="http://schemas.microsoft.com/office/drawing/2014/main" id="{2B4E2D3E-7F8B-4072-9657-8F487DB1BD53}"/>
              </a:ext>
            </a:extLst>
          </p:cNvPr>
          <p:cNvSpPr>
            <a:spLocks noGrp="1"/>
          </p:cNvSpPr>
          <p:nvPr>
            <p:ph type="sldNum" sz="quarter" idx="12"/>
          </p:nvPr>
        </p:nvSpPr>
        <p:spPr/>
        <p:txBody>
          <a:bodyPr/>
          <a:lstStyle/>
          <a:p>
            <a:fld id="{8C13379D-D487-4446-85FC-E9ED5B8B80F6}" type="slidenum">
              <a:rPr lang="en-US" smtClean="0"/>
              <a:pPr/>
              <a:t>27</a:t>
            </a:fld>
            <a:r>
              <a:rPr lang="en-US"/>
              <a:t>/</a:t>
            </a:r>
          </a:p>
        </p:txBody>
      </p:sp>
      <p:sp>
        <p:nvSpPr>
          <p:cNvPr id="6" name="Content Placeholder 5">
            <a:extLst>
              <a:ext uri="{FF2B5EF4-FFF2-40B4-BE49-F238E27FC236}">
                <a16:creationId xmlns:a16="http://schemas.microsoft.com/office/drawing/2014/main" id="{9CF96FE4-E1AC-4873-9042-522D93D11227}"/>
              </a:ext>
            </a:extLst>
          </p:cNvPr>
          <p:cNvSpPr>
            <a:spLocks noGrp="1"/>
          </p:cNvSpPr>
          <p:nvPr>
            <p:ph idx="1"/>
          </p:nvPr>
        </p:nvSpPr>
        <p:spPr>
          <a:xfrm>
            <a:off x="482600" y="990600"/>
            <a:ext cx="8229600" cy="5866598"/>
          </a:xfrm>
        </p:spPr>
        <p:txBody>
          <a:bodyPr>
            <a:normAutofit/>
          </a:bodyPr>
          <a:lstStyle/>
          <a:p>
            <a:pPr algn="just"/>
            <a:r>
              <a:rPr lang="vi-VN" sz="2400" b="0"/>
              <a:t>Machine Learning không có khả năng xử lý và xử lý dữ liệu </a:t>
            </a:r>
            <a:r>
              <a:rPr lang="en-US" sz="2400" b="0"/>
              <a:t>với số </a:t>
            </a:r>
            <a:r>
              <a:rPr lang="vi-VN" sz="2400" b="0"/>
              <a:t>chiều </a:t>
            </a:r>
            <a:r>
              <a:rPr lang="en-US" sz="2400" b="0"/>
              <a:t>lớn</a:t>
            </a:r>
            <a:r>
              <a:rPr lang="vi-VN" sz="2400" b="0"/>
              <a:t> (high dimensional data).</a:t>
            </a:r>
          </a:p>
          <a:p>
            <a:pPr algn="just"/>
            <a:r>
              <a:rPr lang="en-US" sz="2400" b="0"/>
              <a:t>K</a:t>
            </a:r>
            <a:r>
              <a:rPr lang="vi-VN" sz="2400" b="0"/>
              <a:t>hông thể được sử dụng trong nhận dạng hình ảnh (image recognition) và phát hiện đối tượng (object detection) vì chúng yêu cầu thực hiện dữ liệu </a:t>
            </a:r>
            <a:r>
              <a:rPr lang="en-US" sz="2400" b="0"/>
              <a:t>có số </a:t>
            </a:r>
            <a:r>
              <a:rPr lang="vi-VN" sz="2400" b="0"/>
              <a:t>chiều </a:t>
            </a:r>
            <a:r>
              <a:rPr lang="en-US" sz="2400" b="0"/>
              <a:t>lớn</a:t>
            </a:r>
            <a:r>
              <a:rPr lang="vi-VN" sz="2400" b="0"/>
              <a:t>.</a:t>
            </a:r>
          </a:p>
          <a:p>
            <a:pPr algn="just"/>
            <a:r>
              <a:rPr lang="en-US" sz="2400" b="0"/>
              <a:t>T</a:t>
            </a:r>
            <a:r>
              <a:rPr lang="vi-VN" sz="2400" b="0"/>
              <a:t>hách thức lớn khác trong Machine Learning là </a:t>
            </a:r>
            <a:r>
              <a:rPr lang="en-US" sz="2400" b="0"/>
              <a:t>làm thế nào để máy </a:t>
            </a:r>
            <a:r>
              <a:rPr lang="vi-VN" sz="2400" b="0"/>
              <a:t>biết </a:t>
            </a:r>
            <a:r>
              <a:rPr lang="en-US" sz="2400" b="0"/>
              <a:t>được </a:t>
            </a:r>
            <a:r>
              <a:rPr lang="vi-VN" sz="2400" b="0"/>
              <a:t>các </a:t>
            </a:r>
            <a:r>
              <a:rPr lang="en-US" sz="2400" b="0"/>
              <a:t>đặc trưng</a:t>
            </a:r>
            <a:r>
              <a:rPr lang="vi-VN" sz="2400" b="0"/>
              <a:t> quan trọng cần tìm để dự đoán chính xác kết quả. </a:t>
            </a:r>
            <a:r>
              <a:rPr lang="en-US" sz="2400" b="0"/>
              <a:t>Q</a:t>
            </a:r>
            <a:r>
              <a:rPr lang="vi-VN" sz="2400" b="0"/>
              <a:t>uá trình này được gọi là trích xuất </a:t>
            </a:r>
            <a:r>
              <a:rPr lang="en-US" sz="2400" b="0"/>
              <a:t>đặc trưng</a:t>
            </a:r>
            <a:r>
              <a:rPr lang="vi-VN" sz="2400" b="0"/>
              <a:t> (feature extraction). Trích xuất </a:t>
            </a:r>
            <a:r>
              <a:rPr lang="en-US" sz="2400" b="0"/>
              <a:t>đặc trưng</a:t>
            </a:r>
            <a:r>
              <a:rPr lang="vi-VN" sz="2400" b="0"/>
              <a:t> là một quy trình thủ công trong Machine Learning.</a:t>
            </a:r>
          </a:p>
          <a:p>
            <a:pPr algn="just"/>
            <a:r>
              <a:rPr lang="vi-VN" sz="2400" b="0"/>
              <a:t>Những hạn chế trên có thể được giải quyết bằng cách sử dụng Deep Learning.</a:t>
            </a:r>
            <a:endParaRPr lang="vi-VN" sz="1800" b="0" i="0">
              <a:solidFill>
                <a:srgbClr val="1B1B1B"/>
              </a:solidFill>
              <a:effectLst/>
              <a:latin typeface="Open Sans" panose="020B0606030504020204" pitchFamily="34" charset="0"/>
            </a:endParaRPr>
          </a:p>
        </p:txBody>
      </p:sp>
    </p:spTree>
    <p:extLst>
      <p:ext uri="{BB962C8B-B14F-4D97-AF65-F5344CB8AC3E}">
        <p14:creationId xmlns:p14="http://schemas.microsoft.com/office/powerpoint/2010/main" val="2997056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Why Deep Learning?</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57200" y="1166018"/>
            <a:ext cx="8229600" cy="5326055"/>
          </a:xfrm>
        </p:spPr>
        <p:txBody>
          <a:bodyPr>
            <a:normAutofit/>
          </a:bodyPr>
          <a:lstStyle/>
          <a:p>
            <a:pPr algn="just">
              <a:lnSpc>
                <a:spcPct val="150000"/>
              </a:lnSpc>
            </a:pPr>
            <a:r>
              <a:rPr lang="vi-VN" sz="2400" b="0"/>
              <a:t>Deep learning là một phương pháp để chúng ta có thể vượt qua những thách thức của việc trích xuất tính năng. Điều này là do các deep learning models có khả năng tự học tập trung vào các tính năng phù hợp, đòi hỏi sự can thiệp tối thiểu của con người.</a:t>
            </a:r>
          </a:p>
          <a:p>
            <a:pPr algn="just">
              <a:lnSpc>
                <a:spcPct val="150000"/>
              </a:lnSpc>
            </a:pPr>
            <a:r>
              <a:rPr lang="vi-VN" sz="2400" b="0"/>
              <a:t>Deep Learning chủ yếu được sử dụng để đối phó với dữ liệu </a:t>
            </a:r>
            <a:r>
              <a:rPr lang="en-US" sz="2400" b="0"/>
              <a:t>nhiều </a:t>
            </a:r>
            <a:r>
              <a:rPr lang="vi-VN" sz="2400" b="0"/>
              <a:t>chiều. Nó dựa trên khái niệm Neural Networks và thường được sử dụng trong phát hiện đối tượng và xử lý ảnh.</a:t>
            </a:r>
            <a:endParaRPr lang="en-US" sz="2400" b="0"/>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28</a:t>
            </a:fld>
            <a:r>
              <a:rPr lang="en-US"/>
              <a:t>/</a:t>
            </a:r>
          </a:p>
        </p:txBody>
      </p:sp>
    </p:spTree>
    <p:extLst>
      <p:ext uri="{BB962C8B-B14F-4D97-AF65-F5344CB8AC3E}">
        <p14:creationId xmlns:p14="http://schemas.microsoft.com/office/powerpoint/2010/main" val="4246289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a:bodyPr>
          <a:lstStyle/>
          <a:p>
            <a:r>
              <a:rPr lang="en-US"/>
              <a:t>Hoạt động của Deep Learning</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1800" b="0"/>
              <a:t>Deep Learning </a:t>
            </a:r>
            <a:r>
              <a:rPr lang="en-US" sz="1800" b="0"/>
              <a:t>mô phỏng theo nơ-ron thần kinh con người</a:t>
            </a:r>
            <a:r>
              <a:rPr lang="vi-VN" sz="1800" b="0"/>
              <a:t>.</a:t>
            </a:r>
          </a:p>
          <a:p>
            <a:pPr algn="just"/>
            <a:r>
              <a:rPr lang="en-US" sz="1800" b="0"/>
              <a:t>D</a:t>
            </a:r>
            <a:r>
              <a:rPr lang="vi-VN" sz="1800" b="0"/>
              <a:t>ựa trên chức năng của một tế bào thần kinh sinh học</a:t>
            </a:r>
            <a:r>
              <a:rPr lang="en-US" sz="1800" b="0"/>
              <a:t>, người ta xây dựng một mô hình mạng noron nhân tạo (</a:t>
            </a:r>
            <a:r>
              <a:rPr lang="fr-FR" sz="1800" b="0" i="0">
                <a:solidFill>
                  <a:srgbClr val="1B1B1B"/>
                </a:solidFill>
                <a:effectLst/>
                <a:latin typeface="Open Sans" panose="020B0606030504020204" pitchFamily="34" charset="0"/>
              </a:rPr>
              <a:t>còn được gọi là perception)</a:t>
            </a:r>
            <a:r>
              <a:rPr lang="en-US" sz="1800" b="0"/>
              <a:t>.</a:t>
            </a:r>
          </a:p>
          <a:p>
            <a:pPr lvl="1" algn="just">
              <a:buFont typeface="Arial" panose="020B0604020202020204" pitchFamily="34" charset="0"/>
              <a:buChar char="•"/>
            </a:pPr>
            <a:r>
              <a:rPr lang="vi-VN" sz="1600" b="0" i="0">
                <a:solidFill>
                  <a:srgbClr val="1B1B1B"/>
                </a:solidFill>
                <a:effectLst/>
                <a:latin typeface="Open Sans" panose="020B0606030504020204" pitchFamily="34" charset="0"/>
              </a:rPr>
              <a:t>Trong một tế bào thần kinh sinh học, </a:t>
            </a:r>
            <a:r>
              <a:rPr lang="vi-VN" sz="1600" b="1" i="0">
                <a:solidFill>
                  <a:srgbClr val="1B1B1B"/>
                </a:solidFill>
                <a:effectLst/>
                <a:latin typeface="Open Sans" panose="020B0606030504020204" pitchFamily="34" charset="0"/>
              </a:rPr>
              <a:t>Dendrites</a:t>
            </a:r>
            <a:r>
              <a:rPr lang="vi-VN" sz="1600" b="0" i="0">
                <a:solidFill>
                  <a:srgbClr val="1B1B1B"/>
                </a:solidFill>
                <a:effectLst/>
                <a:latin typeface="Open Sans" panose="020B0606030504020204" pitchFamily="34" charset="0"/>
              </a:rPr>
              <a:t> được sử dụng để nhận đầu vào. Những đầu vào này được </a:t>
            </a:r>
            <a:r>
              <a:rPr lang="en-US" sz="1600" b="0" i="0">
                <a:solidFill>
                  <a:srgbClr val="1B1B1B"/>
                </a:solidFill>
                <a:effectLst/>
                <a:latin typeface="Open Sans" panose="020B0606030504020204" pitchFamily="34" charset="0"/>
              </a:rPr>
              <a:t>tổng hợp</a:t>
            </a:r>
            <a:r>
              <a:rPr lang="vi-VN" sz="1600" b="0" i="0">
                <a:solidFill>
                  <a:srgbClr val="1B1B1B"/>
                </a:solidFill>
                <a:effectLst/>
                <a:latin typeface="Open Sans" panose="020B0606030504020204" pitchFamily="34" charset="0"/>
              </a:rPr>
              <a:t> trong cơ thể tế bào và thông qua Axon, nó được truyền đến tế bào thần kinh tiếp theo.</a:t>
            </a:r>
          </a:p>
          <a:p>
            <a:pPr lvl="1" algn="just">
              <a:buFont typeface="Arial" panose="020B0604020202020204" pitchFamily="34" charset="0"/>
              <a:buChar char="•"/>
            </a:pPr>
            <a:r>
              <a:rPr lang="vi-VN" sz="1600" b="0" i="0">
                <a:solidFill>
                  <a:srgbClr val="1B1B1B"/>
                </a:solidFill>
                <a:effectLst/>
                <a:latin typeface="Open Sans" panose="020B0606030504020204" pitchFamily="34" charset="0"/>
              </a:rPr>
              <a:t>Tương tự như tế bào thần kinh sinh học, một </a:t>
            </a:r>
            <a:r>
              <a:rPr lang="vi-VN" sz="1600" b="1" i="0">
                <a:solidFill>
                  <a:srgbClr val="1B1B1B"/>
                </a:solidFill>
                <a:effectLst/>
                <a:latin typeface="Open Sans" panose="020B0606030504020204" pitchFamily="34" charset="0"/>
              </a:rPr>
              <a:t>perceptron</a:t>
            </a:r>
            <a:r>
              <a:rPr lang="vi-VN" sz="1600" b="0" i="0">
                <a:solidFill>
                  <a:srgbClr val="1B1B1B"/>
                </a:solidFill>
                <a:effectLst/>
                <a:latin typeface="Open Sans" panose="020B0606030504020204" pitchFamily="34" charset="0"/>
              </a:rPr>
              <a:t> (tri giác) nhận được nhiều đầu vào, áp dụng các biến đổi và chức năng khác nhau và </a:t>
            </a:r>
            <a:r>
              <a:rPr lang="en-US" sz="1600" b="0">
                <a:solidFill>
                  <a:srgbClr val="1B1B1B"/>
                </a:solidFill>
                <a:latin typeface="Open Sans" panose="020B0606030504020204" pitchFamily="34" charset="0"/>
              </a:rPr>
              <a:t>đưa ra</a:t>
            </a:r>
            <a:r>
              <a:rPr lang="vi-VN" sz="1600" b="0" i="0">
                <a:solidFill>
                  <a:srgbClr val="1B1B1B"/>
                </a:solidFill>
                <a:effectLst/>
                <a:latin typeface="Open Sans" panose="020B0606030504020204" pitchFamily="34" charset="0"/>
              </a:rPr>
              <a:t> một đầu ra.</a:t>
            </a:r>
          </a:p>
          <a:p>
            <a:pPr lvl="1" algn="just">
              <a:buFont typeface="Arial" panose="020B0604020202020204" pitchFamily="34" charset="0"/>
              <a:buChar char="•"/>
            </a:pPr>
            <a:r>
              <a:rPr lang="vi-VN" sz="1600" b="0" i="0">
                <a:solidFill>
                  <a:srgbClr val="1B1B1B"/>
                </a:solidFill>
                <a:effectLst/>
                <a:latin typeface="Open Sans" panose="020B0606030504020204" pitchFamily="34" charset="0"/>
              </a:rPr>
              <a:t>Bộ não con người bao gồm nhiều nơ-ron kết nối được gọi là mạng nơ-ron (neural network), tương tự, bằng cách kết hợp nhiều perceptrons, chúng tôi đã phát triển cái được gọi là </a:t>
            </a:r>
            <a:r>
              <a:rPr lang="vi-VN" sz="1600" b="1" i="0">
                <a:solidFill>
                  <a:srgbClr val="1B1B1B"/>
                </a:solidFill>
                <a:effectLst/>
                <a:latin typeface="Open Sans" panose="020B0606030504020204" pitchFamily="34" charset="0"/>
              </a:rPr>
              <a:t>Deep neural network</a:t>
            </a:r>
            <a:r>
              <a:rPr lang="vi-VN" sz="1600" b="0" i="0">
                <a:solidFill>
                  <a:srgbClr val="1B1B1B"/>
                </a:solidFill>
                <a:effectLst/>
                <a:latin typeface="Open Sans" panose="020B0606030504020204" pitchFamily="34" charset="0"/>
              </a:rPr>
              <a:t>.</a:t>
            </a:r>
          </a:p>
          <a:p>
            <a:pPr algn="just"/>
            <a:endParaRPr lang="en-US" sz="1400" b="0"/>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29</a:t>
            </a:fld>
            <a:r>
              <a:rPr lang="en-US"/>
              <a:t>/</a:t>
            </a:r>
          </a:p>
        </p:txBody>
      </p:sp>
      <p:pic>
        <p:nvPicPr>
          <p:cNvPr id="5" name="Picture 4">
            <a:extLst>
              <a:ext uri="{FF2B5EF4-FFF2-40B4-BE49-F238E27FC236}">
                <a16:creationId xmlns:a16="http://schemas.microsoft.com/office/drawing/2014/main" id="{6D725BD1-2DB5-4BDA-B052-73A4419C41B5}"/>
              </a:ext>
            </a:extLst>
          </p:cNvPr>
          <p:cNvPicPr>
            <a:picLocks noChangeAspect="1"/>
          </p:cNvPicPr>
          <p:nvPr/>
        </p:nvPicPr>
        <p:blipFill>
          <a:blip r:embed="rId2"/>
          <a:stretch>
            <a:fillRect/>
          </a:stretch>
        </p:blipFill>
        <p:spPr>
          <a:xfrm>
            <a:off x="2057400" y="4125825"/>
            <a:ext cx="5710238" cy="2515649"/>
          </a:xfrm>
          <a:prstGeom prst="rect">
            <a:avLst/>
          </a:prstGeom>
        </p:spPr>
      </p:pic>
    </p:spTree>
    <p:extLst>
      <p:ext uri="{BB962C8B-B14F-4D97-AF65-F5344CB8AC3E}">
        <p14:creationId xmlns:p14="http://schemas.microsoft.com/office/powerpoint/2010/main" val="295874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Deep Learning là gì?</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000" b="0"/>
              <a:t>Deep Learning là tập hợp các kỹ thuật học máy thống kê được sử dụng để học phân </a:t>
            </a:r>
            <a:r>
              <a:rPr lang="en-US" sz="2000" b="0"/>
              <a:t>lớp đặc trưng </a:t>
            </a:r>
            <a:r>
              <a:rPr lang="vi-VN" sz="2000" b="0"/>
              <a:t>dựa trên về khái niệm neural networks nhân tạo</a:t>
            </a:r>
            <a:endParaRPr lang="en-US" sz="2000" b="0"/>
          </a:p>
          <a:p>
            <a:pPr algn="just"/>
            <a:r>
              <a:rPr lang="en-US" sz="1800" b="0"/>
              <a:t>Một Deep neural network bao gồm các lớp sau:</a:t>
            </a:r>
          </a:p>
          <a:p>
            <a:pPr lvl="1" algn="just"/>
            <a:r>
              <a:rPr lang="en-US" sz="1400" b="0"/>
              <a:t>The Input Layer</a:t>
            </a:r>
          </a:p>
          <a:p>
            <a:pPr lvl="1" algn="just"/>
            <a:r>
              <a:rPr lang="en-US" sz="1400" b="0"/>
              <a:t>The Hidden Layer</a:t>
            </a:r>
          </a:p>
          <a:p>
            <a:pPr lvl="1" algn="just"/>
            <a:r>
              <a:rPr lang="en-US" sz="1400" b="0"/>
              <a:t>The Output Layer</a:t>
            </a: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30</a:t>
            </a:fld>
            <a:r>
              <a:rPr lang="en-US"/>
              <a:t>/</a:t>
            </a:r>
          </a:p>
        </p:txBody>
      </p:sp>
      <p:pic>
        <p:nvPicPr>
          <p:cNvPr id="14338" name="Picture 2">
            <a:extLst>
              <a:ext uri="{FF2B5EF4-FFF2-40B4-BE49-F238E27FC236}">
                <a16:creationId xmlns:a16="http://schemas.microsoft.com/office/drawing/2014/main" id="{F577ACF0-1E36-464E-A62F-2D5443CC4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950" y="2895600"/>
            <a:ext cx="7353300" cy="32575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3AA9305-C95F-4FBF-8D03-387480A59AA5}"/>
              </a:ext>
            </a:extLst>
          </p:cNvPr>
          <p:cNvSpPr txBox="1"/>
          <p:nvPr/>
        </p:nvSpPr>
        <p:spPr>
          <a:xfrm>
            <a:off x="234950" y="6261240"/>
            <a:ext cx="8712200" cy="461665"/>
          </a:xfrm>
          <a:prstGeom prst="rect">
            <a:avLst/>
          </a:prstGeom>
          <a:noFill/>
        </p:spPr>
        <p:txBody>
          <a:bodyPr wrap="square">
            <a:spAutoFit/>
          </a:bodyPr>
          <a:lstStyle/>
          <a:p>
            <a:r>
              <a:rPr lang="vi-VN" sz="1200" b="0" i="0">
                <a:solidFill>
                  <a:srgbClr val="1B1B1B"/>
                </a:solidFill>
                <a:effectLst/>
                <a:latin typeface="Open Sans" panose="020B0606030504020204" pitchFamily="34" charset="0"/>
              </a:rPr>
              <a:t>Deep Learning được sử dụng trong các trường hợp sử dụng tính toán cao như Xác minh khuôn mặt, xe tự lái, v.v. Hãy hiểu tầm quan trọng của Deep Learning bằng cách xem xét trường hợp sử dụng trong thế giới thực.</a:t>
            </a:r>
            <a:endParaRPr lang="en-US" sz="1200"/>
          </a:p>
        </p:txBody>
      </p:sp>
    </p:spTree>
    <p:extLst>
      <p:ext uri="{BB962C8B-B14F-4D97-AF65-F5344CB8AC3E}">
        <p14:creationId xmlns:p14="http://schemas.microsoft.com/office/powerpoint/2010/main" val="2288053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Một trường hợp dung Deep Learning</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en-US" sz="1800" b="0" i="0">
                <a:solidFill>
                  <a:srgbClr val="1B1B1B"/>
                </a:solidFill>
                <a:effectLst/>
                <a:latin typeface="Open Sans" panose="020B0606030504020204" pitchFamily="34" charset="0"/>
              </a:rPr>
              <a:t>S</a:t>
            </a:r>
            <a:r>
              <a:rPr lang="vi-VN" sz="1800" b="0" i="0">
                <a:solidFill>
                  <a:srgbClr val="1B1B1B"/>
                </a:solidFill>
                <a:effectLst/>
                <a:latin typeface="Open Sans" panose="020B0606030504020204" pitchFamily="34" charset="0"/>
              </a:rPr>
              <a:t>ử dụng thuật toán Machine learning và Deep Learning để khai thác dữ liệu từ lịch sử mua hàng của khách hàng ngoài việc xem xét các mẫu gian lận có khả năng được lưu trữ trong cơ sở dữ liệu của mình để dự đoán liệu một giao dịch cụ thể có lừa đảo hay không.</a:t>
            </a:r>
            <a:endParaRPr lang="en-US" sz="1800" b="0" i="0">
              <a:solidFill>
                <a:srgbClr val="1B1B1B"/>
              </a:solidFill>
              <a:effectLst/>
              <a:latin typeface="Open Sans" panose="020B0606030504020204" pitchFamily="34" charset="0"/>
            </a:endParaRPr>
          </a:p>
          <a:p>
            <a:pPr algn="just"/>
            <a:br>
              <a:rPr lang="vi-VN" sz="1800" b="0" i="0">
                <a:solidFill>
                  <a:srgbClr val="1B1B1B"/>
                </a:solidFill>
                <a:effectLst/>
                <a:latin typeface="Open Sans" panose="020B0606030504020204" pitchFamily="34" charset="0"/>
              </a:rPr>
            </a:br>
            <a:endParaRPr lang="en-US" sz="2000" b="0"/>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31</a:t>
            </a:fld>
            <a:r>
              <a:rPr lang="en-US"/>
              <a:t>/</a:t>
            </a:r>
          </a:p>
        </p:txBody>
      </p:sp>
      <p:pic>
        <p:nvPicPr>
          <p:cNvPr id="5" name="Picture 4">
            <a:extLst>
              <a:ext uri="{FF2B5EF4-FFF2-40B4-BE49-F238E27FC236}">
                <a16:creationId xmlns:a16="http://schemas.microsoft.com/office/drawing/2014/main" id="{607781C5-CBD0-4111-9C0E-0A5E5186EE64}"/>
              </a:ext>
            </a:extLst>
          </p:cNvPr>
          <p:cNvPicPr>
            <a:picLocks noChangeAspect="1"/>
          </p:cNvPicPr>
          <p:nvPr/>
        </p:nvPicPr>
        <p:blipFill>
          <a:blip r:embed="rId2"/>
          <a:stretch>
            <a:fillRect/>
          </a:stretch>
        </p:blipFill>
        <p:spPr>
          <a:xfrm>
            <a:off x="769937" y="2245510"/>
            <a:ext cx="7553325" cy="4429125"/>
          </a:xfrm>
          <a:prstGeom prst="rect">
            <a:avLst/>
          </a:prstGeom>
        </p:spPr>
      </p:pic>
    </p:spTree>
    <p:extLst>
      <p:ext uri="{BB962C8B-B14F-4D97-AF65-F5344CB8AC3E}">
        <p14:creationId xmlns:p14="http://schemas.microsoft.com/office/powerpoint/2010/main" val="2965515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Perceptron là gì?</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1800" b="0" i="0">
                <a:solidFill>
                  <a:srgbClr val="1B1B1B"/>
                </a:solidFill>
                <a:effectLst/>
                <a:latin typeface="Open Sans" panose="020B0606030504020204" pitchFamily="34" charset="0"/>
              </a:rPr>
              <a:t>Perceptron là một neural network một lớp được sử dụng để phân loại dữ liệu tuyến tính. Perceptionron có 4 thành phần quan trọng:</a:t>
            </a:r>
          </a:p>
          <a:p>
            <a:pPr lvl="1" algn="just">
              <a:buFont typeface="+mj-lt"/>
              <a:buAutoNum type="arabicPeriod"/>
            </a:pPr>
            <a:r>
              <a:rPr lang="vi-VN" sz="1400" b="0" i="0">
                <a:solidFill>
                  <a:srgbClr val="1B1B1B"/>
                </a:solidFill>
                <a:effectLst/>
                <a:latin typeface="Open Sans" panose="020B0606030504020204" pitchFamily="34" charset="0"/>
              </a:rPr>
              <a:t>Input</a:t>
            </a:r>
          </a:p>
          <a:p>
            <a:pPr lvl="1" algn="just">
              <a:buFont typeface="+mj-lt"/>
              <a:buAutoNum type="arabicPeriod"/>
            </a:pPr>
            <a:r>
              <a:rPr lang="vi-VN" sz="1400" b="0" i="0">
                <a:solidFill>
                  <a:srgbClr val="1B1B1B"/>
                </a:solidFill>
                <a:effectLst/>
                <a:latin typeface="Open Sans" panose="020B0606030504020204" pitchFamily="34" charset="0"/>
              </a:rPr>
              <a:t>Weights and Bias</a:t>
            </a:r>
          </a:p>
          <a:p>
            <a:pPr lvl="1" algn="just">
              <a:buFont typeface="+mj-lt"/>
              <a:buAutoNum type="arabicPeriod"/>
            </a:pPr>
            <a:r>
              <a:rPr lang="vi-VN" sz="1400" b="0" i="0">
                <a:solidFill>
                  <a:srgbClr val="1B1B1B"/>
                </a:solidFill>
                <a:effectLst/>
                <a:latin typeface="Open Sans" panose="020B0606030504020204" pitchFamily="34" charset="0"/>
              </a:rPr>
              <a:t>Summation Function</a:t>
            </a:r>
          </a:p>
          <a:p>
            <a:pPr lvl="1" algn="just">
              <a:buFont typeface="+mj-lt"/>
              <a:buAutoNum type="arabicPeriod"/>
            </a:pPr>
            <a:r>
              <a:rPr lang="vi-VN" sz="1400" b="0" i="0">
                <a:solidFill>
                  <a:srgbClr val="1B1B1B"/>
                </a:solidFill>
                <a:effectLst/>
                <a:latin typeface="Open Sans" panose="020B0606030504020204" pitchFamily="34" charset="0"/>
              </a:rPr>
              <a:t>Activation or transformation Function</a:t>
            </a: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32</a:t>
            </a:fld>
            <a:r>
              <a:rPr lang="en-US"/>
              <a:t>/</a:t>
            </a:r>
          </a:p>
        </p:txBody>
      </p:sp>
      <p:pic>
        <p:nvPicPr>
          <p:cNvPr id="15362" name="Picture 2">
            <a:extLst>
              <a:ext uri="{FF2B5EF4-FFF2-40B4-BE49-F238E27FC236}">
                <a16:creationId xmlns:a16="http://schemas.microsoft.com/office/drawing/2014/main" id="{145D4ABB-5A05-4088-867B-F11F4BE23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7413" y="2971800"/>
            <a:ext cx="5320587" cy="3514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604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Perceptron nhiều tầng</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000" b="0" i="0">
                <a:solidFill>
                  <a:srgbClr val="1B1B1B"/>
                </a:solidFill>
                <a:effectLst/>
                <a:latin typeface="Open Sans" panose="020B0606030504020204" pitchFamily="34" charset="0"/>
              </a:rPr>
              <a:t>Multilayer </a:t>
            </a:r>
            <a:r>
              <a:rPr lang="vi-VN" sz="2000" b="0">
                <a:solidFill>
                  <a:srgbClr val="1B1B1B"/>
                </a:solidFill>
                <a:latin typeface="Open Sans" panose="020B0606030504020204" pitchFamily="34" charset="0"/>
              </a:rPr>
              <a:t>Perceptron</a:t>
            </a:r>
            <a:r>
              <a:rPr lang="en-US" sz="2000" b="0">
                <a:solidFill>
                  <a:srgbClr val="1B1B1B"/>
                </a:solidFill>
                <a:latin typeface="Open Sans" panose="020B0606030504020204" pitchFamily="34" charset="0"/>
              </a:rPr>
              <a:t>s</a:t>
            </a:r>
            <a:r>
              <a:rPr lang="vi-VN" sz="2000" b="0">
                <a:solidFill>
                  <a:srgbClr val="1B1B1B"/>
                </a:solidFill>
                <a:latin typeface="Open Sans" panose="020B0606030504020204" pitchFamily="34" charset="0"/>
              </a:rPr>
              <a:t> </a:t>
            </a:r>
            <a:r>
              <a:rPr lang="en-US" sz="2000" b="0">
                <a:solidFill>
                  <a:srgbClr val="1B1B1B"/>
                </a:solidFill>
                <a:latin typeface="Open Sans" panose="020B0606030504020204" pitchFamily="34" charset="0"/>
              </a:rPr>
              <a:t>(Perceptron nhiều tầng) </a:t>
            </a:r>
            <a:r>
              <a:rPr lang="vi-VN" sz="2000" b="0">
                <a:solidFill>
                  <a:srgbClr val="1B1B1B"/>
                </a:solidFill>
                <a:latin typeface="Open Sans" panose="020B0606030504020204" pitchFamily="34" charset="0"/>
              </a:rPr>
              <a:t>là một bộ phân loại có chứa một hoặc nhiều lớp ẩn và nó dựa </a:t>
            </a:r>
            <a:r>
              <a:rPr lang="vi-VN" sz="2000" b="0" i="0">
                <a:solidFill>
                  <a:srgbClr val="1B1B1B"/>
                </a:solidFill>
                <a:effectLst/>
                <a:latin typeface="Open Sans" panose="020B0606030504020204" pitchFamily="34" charset="0"/>
              </a:rPr>
              <a:t>trên mạng nơ ron nhân tạo Feedforward. Trong các mạng Feedforward, mỗi lớp mạng thần kinh được kết nối đầy đủ với lớp sau</a:t>
            </a:r>
            <a:endParaRPr lang="vi-VN" sz="28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33</a:t>
            </a:fld>
            <a:r>
              <a:rPr lang="en-US"/>
              <a:t>/</a:t>
            </a:r>
          </a:p>
        </p:txBody>
      </p:sp>
      <p:pic>
        <p:nvPicPr>
          <p:cNvPr id="16386" name="Picture 2">
            <a:extLst>
              <a:ext uri="{FF2B5EF4-FFF2-40B4-BE49-F238E27FC236}">
                <a16:creationId xmlns:a16="http://schemas.microsoft.com/office/drawing/2014/main" id="{FAB606EE-E782-42FC-82A7-BFEDFDD62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12" y="2362200"/>
            <a:ext cx="8152812"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696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73765" y="1298932"/>
            <a:ext cx="8229600" cy="4525963"/>
          </a:xfrm>
        </p:spPr>
        <p:txBody>
          <a:bodyPr>
            <a:normAutofit lnSpcReduction="10000"/>
          </a:bodyPr>
          <a:lstStyle/>
          <a:p>
            <a:pPr algn="just"/>
            <a:r>
              <a:rPr lang="en-US" sz="2400" b="1" i="0">
                <a:solidFill>
                  <a:srgbClr val="1B1B1B"/>
                </a:solidFill>
                <a:effectLst/>
                <a:latin typeface="Open Sans" panose="020B0606030504020204" pitchFamily="34" charset="0"/>
              </a:rPr>
              <a:t>Bài toán</a:t>
            </a:r>
            <a:r>
              <a:rPr lang="vi-VN" sz="2400" b="0" i="0">
                <a:solidFill>
                  <a:srgbClr val="1B1B1B"/>
                </a:solidFill>
                <a:effectLst/>
                <a:latin typeface="Open Sans" panose="020B0606030504020204" pitchFamily="34" charset="0"/>
              </a:rPr>
              <a:t>: </a:t>
            </a:r>
            <a:r>
              <a:rPr lang="en-US" sz="2400" b="0" i="0">
                <a:solidFill>
                  <a:srgbClr val="1B1B1B"/>
                </a:solidFill>
                <a:effectLst/>
                <a:latin typeface="Open Sans" panose="020B0606030504020204" pitchFamily="34" charset="0"/>
              </a:rPr>
              <a:t>N</a:t>
            </a:r>
            <a:r>
              <a:rPr lang="vi-VN" sz="2400" b="0" i="0">
                <a:solidFill>
                  <a:srgbClr val="1B1B1B"/>
                </a:solidFill>
                <a:effectLst/>
                <a:latin typeface="Open Sans" panose="020B0606030504020204" pitchFamily="34" charset="0"/>
              </a:rPr>
              <a:t>ghiên cứu bộ dữ liệu tín dụng ngân hàng và xác định xem giao dịch có lừa đảo hay không dựa trên dữ liệu</a:t>
            </a:r>
            <a:r>
              <a:rPr lang="en-US" sz="2400" b="0" i="0">
                <a:solidFill>
                  <a:srgbClr val="1B1B1B"/>
                </a:solidFill>
                <a:effectLst/>
                <a:latin typeface="Open Sans" panose="020B0606030504020204" pitchFamily="34" charset="0"/>
              </a:rPr>
              <a:t> giao dịch</a:t>
            </a:r>
            <a:r>
              <a:rPr lang="vi-VN" sz="2400" b="0" i="0">
                <a:solidFill>
                  <a:srgbClr val="1B1B1B"/>
                </a:solidFill>
                <a:effectLst/>
                <a:latin typeface="Open Sans" panose="020B0606030504020204" pitchFamily="34" charset="0"/>
              </a:rPr>
              <a:t> trong quá khứ.</a:t>
            </a:r>
          </a:p>
          <a:p>
            <a:pPr algn="just"/>
            <a:r>
              <a:rPr lang="vi-VN" sz="2400" b="1" i="0">
                <a:solidFill>
                  <a:srgbClr val="1B1B1B"/>
                </a:solidFill>
                <a:effectLst/>
                <a:latin typeface="Open Sans" panose="020B0606030504020204" pitchFamily="34" charset="0"/>
              </a:rPr>
              <a:t>Mô tả tập dữ liệu:</a:t>
            </a:r>
            <a:r>
              <a:rPr lang="vi-VN" sz="2400" b="0" i="0">
                <a:solidFill>
                  <a:srgbClr val="1B1B1B"/>
                </a:solidFill>
                <a:effectLst/>
                <a:latin typeface="Open Sans" panose="020B0606030504020204" pitchFamily="34" charset="0"/>
              </a:rPr>
              <a:t> Tập dữ liệu mô tả các giao dịch được thực hiện bởi chủ thẻ châu Âu trong năm 2013. Nó chứa các chi tiết giao dịch trong hai ngày, trong đó có 492 hoạt động gian lận trong số 284.807 giao dịch.</a:t>
            </a:r>
            <a:endParaRPr lang="en-US" sz="2400" b="0" i="0">
              <a:solidFill>
                <a:srgbClr val="1B1B1B"/>
              </a:solidFill>
              <a:effectLst/>
              <a:latin typeface="Open Sans" panose="020B0606030504020204" pitchFamily="34" charset="0"/>
            </a:endParaRPr>
          </a:p>
          <a:p>
            <a:pPr marL="0" indent="0" algn="just">
              <a:buNone/>
            </a:pPr>
            <a:r>
              <a:rPr lang="en-US" sz="2400" b="0" i="0">
                <a:solidFill>
                  <a:srgbClr val="1B1B1B"/>
                </a:solidFill>
                <a:effectLst/>
                <a:latin typeface="Open Sans" panose="020B0606030504020204" pitchFamily="34" charset="0"/>
              </a:rPr>
              <a:t>	Download tập dữ liệu tại:</a:t>
            </a:r>
          </a:p>
          <a:p>
            <a:pPr marL="0" indent="0" algn="just">
              <a:buNone/>
            </a:pPr>
            <a:r>
              <a:rPr lang="en-US" sz="2400" b="0">
                <a:solidFill>
                  <a:srgbClr val="1B1B1B"/>
                </a:solidFill>
                <a:latin typeface="Open Sans" panose="020B0606030504020204" pitchFamily="34" charset="0"/>
              </a:rPr>
              <a:t>	</a:t>
            </a:r>
            <a:r>
              <a:rPr lang="vi-VN" sz="2000" b="0" i="0">
                <a:solidFill>
                  <a:srgbClr val="1B1B1B"/>
                </a:solidFill>
                <a:effectLst/>
                <a:latin typeface="Open Sans" panose="020B0606030504020204" pitchFamily="34" charset="0"/>
              </a:rPr>
              <a:t>https://datahub.io/machine-learning/creditcard#data</a:t>
            </a:r>
            <a:endParaRPr lang="vi-VN" sz="2400" b="0" i="0">
              <a:solidFill>
                <a:srgbClr val="1B1B1B"/>
              </a:solidFill>
              <a:effectLst/>
              <a:latin typeface="Open Sans" panose="020B0606030504020204" pitchFamily="34" charset="0"/>
            </a:endParaRPr>
          </a:p>
          <a:p>
            <a:pPr algn="just"/>
            <a:r>
              <a:rPr lang="en-US" sz="2400" b="1" i="0">
                <a:solidFill>
                  <a:srgbClr val="1B1B1B"/>
                </a:solidFill>
                <a:effectLst/>
                <a:latin typeface="Open Sans" panose="020B0606030504020204" pitchFamily="34" charset="0"/>
              </a:rPr>
              <a:t>Yêu cầu</a:t>
            </a:r>
            <a:r>
              <a:rPr lang="vi-VN" sz="2400" b="1" i="0">
                <a:solidFill>
                  <a:srgbClr val="1B1B1B"/>
                </a:solidFill>
                <a:effectLst/>
                <a:latin typeface="Open Sans" panose="020B0606030504020204" pitchFamily="34" charset="0"/>
              </a:rPr>
              <a:t>:</a:t>
            </a:r>
            <a:r>
              <a:rPr lang="vi-VN" sz="2400" b="0" i="0">
                <a:solidFill>
                  <a:srgbClr val="1B1B1B"/>
                </a:solidFill>
                <a:effectLst/>
                <a:latin typeface="Open Sans" panose="020B0606030504020204" pitchFamily="34" charset="0"/>
              </a:rPr>
              <a:t> Để xây dựng </a:t>
            </a:r>
            <a:r>
              <a:rPr lang="en-US" sz="2400" b="0" i="0">
                <a:solidFill>
                  <a:srgbClr val="1B1B1B"/>
                </a:solidFill>
                <a:effectLst/>
                <a:latin typeface="Open Sans" panose="020B0606030504020204" pitchFamily="34" charset="0"/>
              </a:rPr>
              <a:t>m</a:t>
            </a:r>
            <a:r>
              <a:rPr lang="vi-VN" sz="2400" b="0" i="0">
                <a:solidFill>
                  <a:srgbClr val="1B1B1B"/>
                </a:solidFill>
                <a:effectLst/>
                <a:latin typeface="Open Sans" panose="020B0606030504020204" pitchFamily="34" charset="0"/>
              </a:rPr>
              <a:t>ạng </a:t>
            </a:r>
            <a:r>
              <a:rPr lang="en-US" sz="2400" b="0" i="0">
                <a:solidFill>
                  <a:srgbClr val="1B1B1B"/>
                </a:solidFill>
                <a:effectLst/>
                <a:latin typeface="Open Sans" panose="020B0606030504020204" pitchFamily="34" charset="0"/>
              </a:rPr>
              <a:t>nơ-ron </a:t>
            </a:r>
            <a:r>
              <a:rPr lang="vi-VN" sz="2400" b="0" i="0">
                <a:solidFill>
                  <a:srgbClr val="1B1B1B"/>
                </a:solidFill>
                <a:effectLst/>
                <a:latin typeface="Open Sans" panose="020B0606030504020204" pitchFamily="34" charset="0"/>
              </a:rPr>
              <a:t>có thể phân loại giao dịch là lừa đảo hoặc không dựa trên các giao dịch trong quá khứ.</a:t>
            </a: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34</a:t>
            </a:fld>
            <a:r>
              <a:rPr lang="en-US"/>
              <a:t>/</a:t>
            </a:r>
          </a:p>
        </p:txBody>
      </p:sp>
    </p:spTree>
    <p:extLst>
      <p:ext uri="{BB962C8B-B14F-4D97-AF65-F5344CB8AC3E}">
        <p14:creationId xmlns:p14="http://schemas.microsoft.com/office/powerpoint/2010/main" val="1402570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1: Nhập các gói cần thiết</a:t>
            </a:r>
            <a:endParaRPr lang="en-US" sz="2400" b="1" i="0">
              <a:solidFill>
                <a:srgbClr val="1B1B1B"/>
              </a:solidFill>
              <a:effectLst/>
              <a:latin typeface="Open Sans" panose="020B0606030504020204" pitchFamily="34" charset="0"/>
            </a:endParaRPr>
          </a:p>
          <a:p>
            <a:pPr algn="just"/>
            <a:endParaRPr lang="vi-VN" sz="24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35</a:t>
            </a:fld>
            <a:r>
              <a:rPr lang="en-US"/>
              <a:t>/</a:t>
            </a:r>
          </a:p>
        </p:txBody>
      </p:sp>
      <p:pic>
        <p:nvPicPr>
          <p:cNvPr id="17410" name="Picture 2">
            <a:extLst>
              <a:ext uri="{FF2B5EF4-FFF2-40B4-BE49-F238E27FC236}">
                <a16:creationId xmlns:a16="http://schemas.microsoft.com/office/drawing/2014/main" id="{E240A2DA-FA90-468E-B26F-CB90273CB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711717"/>
            <a:ext cx="8991600"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544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2: Tải tập dữ liệu</a:t>
            </a:r>
            <a:endParaRPr lang="en-US" sz="2400" b="1" i="0">
              <a:solidFill>
                <a:srgbClr val="1B1B1B"/>
              </a:solidFill>
              <a:effectLst/>
              <a:latin typeface="Open Sans" panose="020B0606030504020204" pitchFamily="34" charset="0"/>
            </a:endParaRPr>
          </a:p>
          <a:p>
            <a:pPr marL="0" indent="0" algn="just">
              <a:buNone/>
            </a:pPr>
            <a:r>
              <a:rPr lang="en-US" sz="1800" b="0" i="0">
                <a:solidFill>
                  <a:srgbClr val="1B1B1B"/>
                </a:solidFill>
                <a:effectLst/>
                <a:latin typeface="Open Sans" panose="020B0606030504020204" pitchFamily="34" charset="0"/>
              </a:rPr>
              <a:t>Tải file </a:t>
            </a:r>
            <a:r>
              <a:rPr lang="en-US" sz="1800" b="0" i="0" u="none" strike="noStrike">
                <a:solidFill>
                  <a:srgbClr val="2B6DAD"/>
                </a:solidFill>
                <a:effectLst/>
                <a:latin typeface="Open Sans" panose="020B0606030504020204" pitchFamily="34" charset="0"/>
                <a:hlinkClick r:id="rId2"/>
              </a:rPr>
              <a:t>creditcard_csv.csv</a:t>
            </a:r>
            <a:r>
              <a:rPr lang="en-US" sz="1800" b="0" i="0">
                <a:solidFill>
                  <a:srgbClr val="1B1B1B"/>
                </a:solidFill>
                <a:effectLst/>
                <a:latin typeface="Open Sans" panose="020B0606030504020204" pitchFamily="34" charset="0"/>
              </a:rPr>
              <a:t> hoặc </a:t>
            </a:r>
            <a:r>
              <a:rPr lang="en-US" sz="1800" b="0" i="0" u="none" strike="noStrike">
                <a:solidFill>
                  <a:srgbClr val="2B6DAD"/>
                </a:solidFill>
                <a:effectLst/>
                <a:latin typeface="Open Sans" panose="020B0606030504020204" pitchFamily="34" charset="0"/>
                <a:hlinkClick r:id="rId3"/>
              </a:rPr>
              <a:t>creditcard.csv</a:t>
            </a:r>
            <a:endParaRPr lang="vi-VN"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36</a:t>
            </a:fld>
            <a:r>
              <a:rPr lang="en-US"/>
              <a:t>/</a:t>
            </a:r>
          </a:p>
        </p:txBody>
      </p:sp>
      <p:pic>
        <p:nvPicPr>
          <p:cNvPr id="18434" name="Picture 2">
            <a:extLst>
              <a:ext uri="{FF2B5EF4-FFF2-40B4-BE49-F238E27FC236}">
                <a16:creationId xmlns:a16="http://schemas.microsoft.com/office/drawing/2014/main" id="{0A0D52E1-7A96-449E-9133-BF67BF936B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99890"/>
            <a:ext cx="9144000" cy="1370013"/>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456B672C-2571-490A-A4C8-792C554D57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218931"/>
            <a:ext cx="8991600" cy="893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608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2: Tải tập dữ liệu</a:t>
            </a:r>
            <a:endParaRPr lang="en-US" sz="24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37</a:t>
            </a:fld>
            <a:r>
              <a:rPr lang="en-US"/>
              <a:t>/</a:t>
            </a:r>
          </a:p>
        </p:txBody>
      </p:sp>
      <p:sp>
        <p:nvSpPr>
          <p:cNvPr id="5" name="Rectangle 5">
            <a:extLst>
              <a:ext uri="{FF2B5EF4-FFF2-40B4-BE49-F238E27FC236}">
                <a16:creationId xmlns:a16="http://schemas.microsoft.com/office/drawing/2014/main" id="{F5D7CC60-4763-4BDB-86F4-7983457DF488}"/>
              </a:ext>
            </a:extLst>
          </p:cNvPr>
          <p:cNvSpPr>
            <a:spLocks noChangeArrowheads="1"/>
          </p:cNvSpPr>
          <p:nvPr/>
        </p:nvSpPr>
        <p:spPr bwMode="auto">
          <a:xfrm>
            <a:off x="228600" y="1253444"/>
            <a:ext cx="8763000" cy="13913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1B1B1B"/>
                </a:solidFill>
                <a:effectLst/>
                <a:latin typeface="Open Sans" panose="020B0606030504020204" pitchFamily="34" charset="0"/>
                <a:cs typeface="Open Sans" panose="020B0606030504020204" pitchFamily="34" charset="0"/>
              </a:rPr>
              <a:t>Trong phần mô tả ở trên, biến mục tiêu là biến </a:t>
            </a:r>
            <a:r>
              <a:rPr kumimoji="0" lang="en-US" altLang="en-US" sz="1600" b="0" i="0" u="none" strike="noStrike" cap="none" normalizeH="0" baseline="0">
                <a:ln>
                  <a:noFill/>
                </a:ln>
                <a:solidFill>
                  <a:srgbClr val="1B1B1B"/>
                </a:solidFill>
                <a:effectLst/>
                <a:latin typeface="SFMono-Regular"/>
                <a:cs typeface="Open Sans" panose="020B0606030504020204" pitchFamily="34" charset="0"/>
              </a:rPr>
              <a:t>Class</a:t>
            </a:r>
            <a:r>
              <a:rPr kumimoji="0" lang="en-US" altLang="en-US" sz="1600" b="0" i="0" u="none" strike="noStrike" cap="none" normalizeH="0" baseline="0">
                <a:ln>
                  <a:noFill/>
                </a:ln>
                <a:solidFill>
                  <a:srgbClr val="1B1B1B"/>
                </a:solidFill>
                <a:effectLst/>
                <a:latin typeface="Open Sans" panose="020B0606030504020204" pitchFamily="34" charset="0"/>
                <a:cs typeface="Open Sans" panose="020B0606030504020204" pitchFamily="34" charset="0"/>
              </a:rPr>
              <a:t>. Nó có thể chứa hai giá trị:</a:t>
            </a:r>
            <a:endParaRPr kumimoji="0" lang="en-US" altLang="en-US" sz="10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a:ln>
                  <a:noFill/>
                </a:ln>
                <a:solidFill>
                  <a:srgbClr val="1B1B1B"/>
                </a:solidFill>
                <a:effectLst/>
                <a:latin typeface="Open Sans" panose="020B0606030504020204" pitchFamily="34" charset="0"/>
                <a:cs typeface="Open Sans" panose="020B0606030504020204" pitchFamily="34" charset="0"/>
              </a:rPr>
              <a:t> Class 0: Biểu thị rằng giao dịch không lừa đảo</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a:ln>
                  <a:noFill/>
                </a:ln>
                <a:solidFill>
                  <a:srgbClr val="1B1B1B"/>
                </a:solidFill>
                <a:effectLst/>
                <a:latin typeface="Open Sans" panose="020B0606030504020204" pitchFamily="34" charset="0"/>
                <a:cs typeface="Open Sans" panose="020B0606030504020204" pitchFamily="34" charset="0"/>
              </a:rPr>
              <a:t> Class 1: Biểu thị rằng giao dịch là lừa đảo</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1B1B1B"/>
                </a:solidFill>
                <a:effectLst/>
                <a:latin typeface="Open Sans" panose="020B0606030504020204" pitchFamily="34" charset="0"/>
                <a:cs typeface="Open Sans" panose="020B0606030504020204" pitchFamily="34" charset="0"/>
              </a:rPr>
              <a:t>Các biến còn lại là các biến dự đoán sẽ giúp chúng tôi hiểu liệu giao dịch có lừa đảo hay không.</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05E6F8E-75F6-4B96-A547-1080CE1D3D83}"/>
              </a:ext>
            </a:extLst>
          </p:cNvPr>
          <p:cNvSpPr txBox="1"/>
          <p:nvPr/>
        </p:nvSpPr>
        <p:spPr>
          <a:xfrm>
            <a:off x="304800" y="2751078"/>
            <a:ext cx="7315200" cy="369332"/>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 </a:t>
            </a:r>
            <a:r>
              <a:rPr lang="en-US" b="0" i="0">
                <a:solidFill>
                  <a:srgbClr val="D73A49"/>
                </a:solidFill>
                <a:effectLst/>
                <a:latin typeface="SFMono-Regular"/>
              </a:rPr>
              <a:t>print</a:t>
            </a:r>
            <a:r>
              <a:rPr lang="en-US" b="0" i="0">
                <a:solidFill>
                  <a:srgbClr val="24292E"/>
                </a:solidFill>
                <a:effectLst/>
                <a:latin typeface="SFMono-Regular"/>
              </a:rPr>
              <a:t>(df_full.Class.value_counts())</a:t>
            </a:r>
            <a:endParaRPr lang="en-US"/>
          </a:p>
        </p:txBody>
      </p:sp>
      <p:sp>
        <p:nvSpPr>
          <p:cNvPr id="12" name="TextBox 11">
            <a:extLst>
              <a:ext uri="{FF2B5EF4-FFF2-40B4-BE49-F238E27FC236}">
                <a16:creationId xmlns:a16="http://schemas.microsoft.com/office/drawing/2014/main" id="{2AAAC33A-8D5E-4106-8382-7EC5F4179689}"/>
              </a:ext>
            </a:extLst>
          </p:cNvPr>
          <p:cNvSpPr txBox="1"/>
          <p:nvPr/>
        </p:nvSpPr>
        <p:spPr>
          <a:xfrm>
            <a:off x="304800" y="3349799"/>
            <a:ext cx="7315200" cy="923330"/>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0    284315 </a:t>
            </a:r>
          </a:p>
          <a:p>
            <a:pPr marL="342900" indent="-342900">
              <a:buAutoNum type="arabicPlain"/>
            </a:pPr>
            <a:r>
              <a:rPr lang="en-US" b="0" i="0">
                <a:solidFill>
                  <a:srgbClr val="24292E"/>
                </a:solidFill>
                <a:effectLst/>
                <a:latin typeface="SFMono-Regular"/>
              </a:rPr>
              <a:t>492 </a:t>
            </a:r>
          </a:p>
          <a:p>
            <a:pPr marL="342900" indent="-342900">
              <a:buAutoNum type="arabicPlain"/>
            </a:pPr>
            <a:r>
              <a:rPr lang="en-US" b="0" i="0">
                <a:solidFill>
                  <a:srgbClr val="24292E"/>
                </a:solidFill>
                <a:effectLst/>
                <a:latin typeface="SFMono-Regular"/>
              </a:rPr>
              <a:t>Name: Class, dtype: int64</a:t>
            </a:r>
            <a:endParaRPr lang="en-US"/>
          </a:p>
        </p:txBody>
      </p:sp>
      <p:sp>
        <p:nvSpPr>
          <p:cNvPr id="11" name="TextBox 10">
            <a:extLst>
              <a:ext uri="{FF2B5EF4-FFF2-40B4-BE49-F238E27FC236}">
                <a16:creationId xmlns:a16="http://schemas.microsoft.com/office/drawing/2014/main" id="{EA599C21-B405-461F-A49B-522AA67562F6}"/>
              </a:ext>
            </a:extLst>
          </p:cNvPr>
          <p:cNvSpPr txBox="1"/>
          <p:nvPr/>
        </p:nvSpPr>
        <p:spPr>
          <a:xfrm>
            <a:off x="406400" y="4542531"/>
            <a:ext cx="8432800" cy="1477328"/>
          </a:xfrm>
          <a:prstGeom prst="rect">
            <a:avLst/>
          </a:prstGeom>
          <a:noFill/>
        </p:spPr>
        <p:txBody>
          <a:bodyPr wrap="square">
            <a:spAutoFit/>
          </a:bodyPr>
          <a:lstStyle/>
          <a:p>
            <a:pPr algn="just"/>
            <a:r>
              <a:rPr lang="vi-VN" b="0" i="0">
                <a:solidFill>
                  <a:srgbClr val="1B1B1B"/>
                </a:solidFill>
                <a:effectLst/>
                <a:latin typeface="Open Sans" panose="020B0606030504020204" pitchFamily="34" charset="0"/>
              </a:rPr>
              <a:t>Kết quả trên cho thấy chúng tôi có khoảng 284k giao dịch không gian lận và '492' giao dịch gian lận. Sự khác biệt giữa hai lớp là rất lớn và điều này làm cho tập dữ liệu của chúng tôi rất mất cân bằng. Do đó, chúng tôi phải lấy mẫu dữ liệu của mình theo cách sao cho số lượng giao dịch gian lận để không gian lận được cân bằng.</a:t>
            </a:r>
            <a:endParaRPr lang="en-US"/>
          </a:p>
        </p:txBody>
      </p:sp>
    </p:spTree>
    <p:extLst>
      <p:ext uri="{BB962C8B-B14F-4D97-AF65-F5344CB8AC3E}">
        <p14:creationId xmlns:p14="http://schemas.microsoft.com/office/powerpoint/2010/main" val="1349186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3:</a:t>
            </a:r>
            <a:r>
              <a:rPr lang="vi-VN" sz="2400" b="0" i="0">
                <a:solidFill>
                  <a:srgbClr val="1B1B1B"/>
                </a:solidFill>
                <a:effectLst/>
                <a:latin typeface="Open Sans" panose="020B0606030504020204" pitchFamily="34" charset="0"/>
              </a:rPr>
              <a:t> Chuẩn bị dữ liệu</a:t>
            </a:r>
            <a:endParaRPr lang="en-US" sz="40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38</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304800" y="1525115"/>
            <a:ext cx="7315200" cy="923330"/>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 </a:t>
            </a:r>
          </a:p>
          <a:p>
            <a:r>
              <a:rPr lang="en-US" b="0" i="0">
                <a:solidFill>
                  <a:srgbClr val="6A737D"/>
                </a:solidFill>
                <a:effectLst/>
                <a:latin typeface="SFMono-Regular"/>
              </a:rPr>
              <a:t>#Sort the dataset by "class" to apply stratified sampling</a:t>
            </a:r>
            <a:r>
              <a:rPr lang="en-US" b="0" i="0">
                <a:solidFill>
                  <a:srgbClr val="24292E"/>
                </a:solidFill>
                <a:effectLst/>
                <a:latin typeface="SFMono-Regular"/>
              </a:rPr>
              <a:t> df_full.sort_values(by</a:t>
            </a:r>
            <a:r>
              <a:rPr lang="en-US" b="0" i="0">
                <a:solidFill>
                  <a:srgbClr val="D73A49"/>
                </a:solidFill>
                <a:effectLst/>
                <a:latin typeface="SFMono-Regular"/>
              </a:rPr>
              <a:t>=</a:t>
            </a:r>
            <a:r>
              <a:rPr lang="en-US" b="0" i="0">
                <a:solidFill>
                  <a:srgbClr val="032F62"/>
                </a:solidFill>
                <a:effectLst/>
                <a:latin typeface="SFMono-Regular"/>
              </a:rPr>
              <a:t>'Class'</a:t>
            </a:r>
            <a:r>
              <a:rPr lang="en-US" b="0" i="0">
                <a:solidFill>
                  <a:srgbClr val="24292E"/>
                </a:solidFill>
                <a:effectLst/>
                <a:latin typeface="SFMono-Regular"/>
              </a:rPr>
              <a:t>, ascending</a:t>
            </a:r>
            <a:r>
              <a:rPr lang="en-US" b="0" i="0">
                <a:solidFill>
                  <a:srgbClr val="D73A49"/>
                </a:solidFill>
                <a:effectLst/>
                <a:latin typeface="SFMono-Regular"/>
              </a:rPr>
              <a:t>=</a:t>
            </a:r>
            <a:r>
              <a:rPr lang="en-US" b="0" i="0">
                <a:solidFill>
                  <a:srgbClr val="005CC5"/>
                </a:solidFill>
                <a:effectLst/>
                <a:latin typeface="SFMono-Regular"/>
              </a:rPr>
              <a:t>False</a:t>
            </a:r>
            <a:r>
              <a:rPr lang="en-US" b="0" i="0">
                <a:solidFill>
                  <a:srgbClr val="24292E"/>
                </a:solidFill>
                <a:effectLst/>
                <a:latin typeface="SFMono-Regular"/>
              </a:rPr>
              <a:t>, inplace</a:t>
            </a:r>
            <a:r>
              <a:rPr lang="en-US" b="0" i="0">
                <a:solidFill>
                  <a:srgbClr val="D73A49"/>
                </a:solidFill>
                <a:effectLst/>
                <a:latin typeface="SFMono-Regular"/>
              </a:rPr>
              <a:t>=</a:t>
            </a:r>
            <a:r>
              <a:rPr lang="en-US" b="0" i="0">
                <a:solidFill>
                  <a:srgbClr val="005CC5"/>
                </a:solidFill>
                <a:effectLst/>
                <a:latin typeface="SFMono-Regular"/>
              </a:rPr>
              <a:t>True</a:t>
            </a:r>
            <a:r>
              <a:rPr lang="en-US" b="0" i="0">
                <a:solidFill>
                  <a:srgbClr val="24292E"/>
                </a:solidFill>
                <a:effectLst/>
                <a:latin typeface="SFMono-Regular"/>
              </a:rPr>
              <a:t>)</a:t>
            </a:r>
            <a:endParaRPr lang="en-US"/>
          </a:p>
        </p:txBody>
      </p:sp>
      <p:sp>
        <p:nvSpPr>
          <p:cNvPr id="12" name="TextBox 11">
            <a:extLst>
              <a:ext uri="{FF2B5EF4-FFF2-40B4-BE49-F238E27FC236}">
                <a16:creationId xmlns:a16="http://schemas.microsoft.com/office/drawing/2014/main" id="{2AAAC33A-8D5E-4106-8382-7EC5F4179689}"/>
              </a:ext>
            </a:extLst>
          </p:cNvPr>
          <p:cNvSpPr txBox="1"/>
          <p:nvPr/>
        </p:nvSpPr>
        <p:spPr>
          <a:xfrm>
            <a:off x="342900" y="3034699"/>
            <a:ext cx="7315200" cy="1754326"/>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 Remove the "Time" coloumn</a:t>
            </a:r>
            <a:r>
              <a:rPr lang="en-US" b="0" i="0">
                <a:solidFill>
                  <a:srgbClr val="24292E"/>
                </a:solidFill>
                <a:effectLst/>
                <a:latin typeface="SFMono-Regular"/>
              </a:rPr>
              <a:t> </a:t>
            </a:r>
          </a:p>
          <a:p>
            <a:r>
              <a:rPr lang="en-US" b="0" i="0">
                <a:solidFill>
                  <a:srgbClr val="24292E"/>
                </a:solidFill>
                <a:effectLst/>
                <a:latin typeface="SFMono-Regular"/>
              </a:rPr>
              <a:t>df_full.drop(</a:t>
            </a:r>
            <a:r>
              <a:rPr lang="en-US" b="0" i="0">
                <a:solidFill>
                  <a:srgbClr val="032F62"/>
                </a:solidFill>
                <a:effectLst/>
                <a:latin typeface="SFMono-Regular"/>
              </a:rPr>
              <a:t>'Time'</a:t>
            </a:r>
            <a:r>
              <a:rPr lang="en-US" b="0" i="0">
                <a:solidFill>
                  <a:srgbClr val="24292E"/>
                </a:solidFill>
                <a:effectLst/>
                <a:latin typeface="SFMono-Regular"/>
              </a:rPr>
              <a:t>, axis</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inplace</a:t>
            </a:r>
            <a:r>
              <a:rPr lang="en-US" b="0" i="0">
                <a:solidFill>
                  <a:srgbClr val="D73A49"/>
                </a:solidFill>
                <a:effectLst/>
                <a:latin typeface="SFMono-Regular"/>
              </a:rPr>
              <a:t>=</a:t>
            </a:r>
            <a:r>
              <a:rPr lang="en-US" b="0" i="0">
                <a:solidFill>
                  <a:srgbClr val="005CC5"/>
                </a:solidFill>
                <a:effectLst/>
                <a:latin typeface="SFMono-Regular"/>
              </a:rPr>
              <a:t>True</a:t>
            </a:r>
            <a:r>
              <a:rPr lang="en-US" b="0" i="0">
                <a:solidFill>
                  <a:srgbClr val="24292E"/>
                </a:solidFill>
                <a:effectLst/>
                <a:latin typeface="SFMono-Regular"/>
              </a:rPr>
              <a:t>) </a:t>
            </a:r>
          </a:p>
          <a:p>
            <a:r>
              <a:rPr lang="en-US" b="0" i="0">
                <a:solidFill>
                  <a:srgbClr val="6A737D"/>
                </a:solidFill>
                <a:effectLst/>
                <a:latin typeface="SFMono-Regular"/>
              </a:rPr>
              <a:t># Create a new data frame with the first "3000" samples</a:t>
            </a:r>
            <a:r>
              <a:rPr lang="en-US" b="0" i="0">
                <a:solidFill>
                  <a:srgbClr val="24292E"/>
                </a:solidFill>
                <a:effectLst/>
                <a:latin typeface="SFMono-Regular"/>
              </a:rPr>
              <a:t> </a:t>
            </a:r>
          </a:p>
          <a:p>
            <a:r>
              <a:rPr lang="en-US" b="0" i="0">
                <a:solidFill>
                  <a:srgbClr val="24292E"/>
                </a:solidFill>
                <a:effectLst/>
                <a:latin typeface="SFMono-Regular"/>
              </a:rPr>
              <a:t>df_sample </a:t>
            </a:r>
            <a:r>
              <a:rPr lang="en-US" b="0" i="0">
                <a:solidFill>
                  <a:srgbClr val="D73A49"/>
                </a:solidFill>
                <a:effectLst/>
                <a:latin typeface="SFMono-Regular"/>
              </a:rPr>
              <a:t>=</a:t>
            </a:r>
            <a:r>
              <a:rPr lang="en-US" b="0" i="0">
                <a:solidFill>
                  <a:srgbClr val="24292E"/>
                </a:solidFill>
                <a:effectLst/>
                <a:latin typeface="SFMono-Regular"/>
              </a:rPr>
              <a:t> df_full.iloc[:</a:t>
            </a:r>
            <a:r>
              <a:rPr lang="en-US" b="0" i="0">
                <a:solidFill>
                  <a:srgbClr val="005CC5"/>
                </a:solidFill>
                <a:effectLst/>
                <a:latin typeface="SFMono-Regular"/>
              </a:rPr>
              <a:t>3000</a:t>
            </a:r>
            <a:r>
              <a:rPr lang="en-US" b="0" i="0">
                <a:solidFill>
                  <a:srgbClr val="24292E"/>
                </a:solidFill>
                <a:effectLst/>
                <a:latin typeface="SFMono-Regular"/>
              </a:rPr>
              <a:t>, :] </a:t>
            </a:r>
          </a:p>
          <a:p>
            <a:r>
              <a:rPr lang="en-US" b="0" i="0">
                <a:solidFill>
                  <a:srgbClr val="6A737D"/>
                </a:solidFill>
                <a:effectLst/>
                <a:latin typeface="SFMono-Regular"/>
              </a:rPr>
              <a:t># Now count the number of samples for each class</a:t>
            </a:r>
            <a:r>
              <a:rPr lang="en-US" b="0" i="0">
                <a:solidFill>
                  <a:srgbClr val="24292E"/>
                </a:solidFill>
                <a:effectLst/>
                <a:latin typeface="SFMono-Regular"/>
              </a:rPr>
              <a:t> </a:t>
            </a:r>
            <a:r>
              <a:rPr lang="en-US" b="0" i="0">
                <a:solidFill>
                  <a:srgbClr val="D73A49"/>
                </a:solidFill>
                <a:effectLst/>
                <a:latin typeface="SFMono-Regular"/>
              </a:rPr>
              <a:t>print</a:t>
            </a:r>
            <a:r>
              <a:rPr lang="en-US" b="0" i="0">
                <a:solidFill>
                  <a:srgbClr val="24292E"/>
                </a:solidFill>
                <a:effectLst/>
                <a:latin typeface="SFMono-Regular"/>
              </a:rPr>
              <a:t>(df_sample.Class.value_counts())</a:t>
            </a:r>
            <a:endParaRPr lang="en-US"/>
          </a:p>
        </p:txBody>
      </p:sp>
      <p:sp>
        <p:nvSpPr>
          <p:cNvPr id="13" name="TextBox 12">
            <a:extLst>
              <a:ext uri="{FF2B5EF4-FFF2-40B4-BE49-F238E27FC236}">
                <a16:creationId xmlns:a16="http://schemas.microsoft.com/office/drawing/2014/main" id="{5CBADB5B-4B0F-460F-AC6D-93324E6A452D}"/>
              </a:ext>
            </a:extLst>
          </p:cNvPr>
          <p:cNvSpPr txBox="1"/>
          <p:nvPr/>
        </p:nvSpPr>
        <p:spPr>
          <a:xfrm>
            <a:off x="273050" y="2550556"/>
            <a:ext cx="8718550" cy="369332"/>
          </a:xfrm>
          <a:prstGeom prst="rect">
            <a:avLst/>
          </a:prstGeom>
          <a:noFill/>
        </p:spPr>
        <p:txBody>
          <a:bodyPr wrap="square">
            <a:spAutoFit/>
          </a:bodyPr>
          <a:lstStyle/>
          <a:p>
            <a:r>
              <a:rPr lang="en-US" b="0" i="0">
                <a:solidFill>
                  <a:srgbClr val="1B1B1B"/>
                </a:solidFill>
                <a:effectLst/>
                <a:latin typeface="Open Sans" panose="020B0606030504020204" pitchFamily="34" charset="0"/>
              </a:rPr>
              <a:t>Tiếp theo, chúng ta sẽ loại bỏ cột thời gian vì không cần thiết để dự đoán đầu ra.</a:t>
            </a:r>
            <a:endParaRPr lang="en-US"/>
          </a:p>
        </p:txBody>
      </p:sp>
      <p:sp>
        <p:nvSpPr>
          <p:cNvPr id="14" name="TextBox 13">
            <a:extLst>
              <a:ext uri="{FF2B5EF4-FFF2-40B4-BE49-F238E27FC236}">
                <a16:creationId xmlns:a16="http://schemas.microsoft.com/office/drawing/2014/main" id="{954F6CCA-BDD4-4426-A5CE-8A118646C144}"/>
              </a:ext>
            </a:extLst>
          </p:cNvPr>
          <p:cNvSpPr txBox="1"/>
          <p:nvPr/>
        </p:nvSpPr>
        <p:spPr>
          <a:xfrm>
            <a:off x="304800" y="4922276"/>
            <a:ext cx="7353300" cy="923330"/>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0    2508 </a:t>
            </a:r>
          </a:p>
          <a:p>
            <a:r>
              <a:rPr lang="en-US" b="0" i="0">
                <a:solidFill>
                  <a:srgbClr val="24292E"/>
                </a:solidFill>
                <a:effectLst/>
                <a:latin typeface="SFMono-Regular"/>
              </a:rPr>
              <a:t>1    492 </a:t>
            </a:r>
          </a:p>
          <a:p>
            <a:r>
              <a:rPr lang="en-US" b="0" i="0">
                <a:solidFill>
                  <a:srgbClr val="24292E"/>
                </a:solidFill>
                <a:effectLst/>
                <a:latin typeface="SFMono-Regular"/>
              </a:rPr>
              <a:t>Name: Class, dtype: int64</a:t>
            </a:r>
            <a:endParaRPr lang="en-US"/>
          </a:p>
        </p:txBody>
      </p:sp>
    </p:spTree>
    <p:extLst>
      <p:ext uri="{BB962C8B-B14F-4D97-AF65-F5344CB8AC3E}">
        <p14:creationId xmlns:p14="http://schemas.microsoft.com/office/powerpoint/2010/main" val="121977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3:</a:t>
            </a:r>
            <a:r>
              <a:rPr lang="vi-VN" sz="2400" b="0" i="0">
                <a:solidFill>
                  <a:srgbClr val="1B1B1B"/>
                </a:solidFill>
                <a:effectLst/>
                <a:latin typeface="Open Sans" panose="020B0606030504020204" pitchFamily="34" charset="0"/>
              </a:rPr>
              <a:t> Chuẩn bị dữ liệu</a:t>
            </a:r>
            <a:endParaRPr lang="en-US" sz="40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39</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304800" y="1326471"/>
            <a:ext cx="7315200" cy="923330"/>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 </a:t>
            </a:r>
          </a:p>
          <a:p>
            <a:r>
              <a:rPr lang="en-US" b="0" i="0">
                <a:solidFill>
                  <a:srgbClr val="6A737D"/>
                </a:solidFill>
                <a:effectLst/>
                <a:latin typeface="SFMono-Regular"/>
              </a:rPr>
              <a:t>#Sort the dataset by "class" to apply stratified sampling</a:t>
            </a:r>
            <a:r>
              <a:rPr lang="en-US" b="0" i="0">
                <a:solidFill>
                  <a:srgbClr val="24292E"/>
                </a:solidFill>
                <a:effectLst/>
                <a:latin typeface="SFMono-Regular"/>
              </a:rPr>
              <a:t> df_full.sort_values(by</a:t>
            </a:r>
            <a:r>
              <a:rPr lang="en-US" b="0" i="0">
                <a:solidFill>
                  <a:srgbClr val="D73A49"/>
                </a:solidFill>
                <a:effectLst/>
                <a:latin typeface="SFMono-Regular"/>
              </a:rPr>
              <a:t>=</a:t>
            </a:r>
            <a:r>
              <a:rPr lang="en-US" b="0" i="0">
                <a:solidFill>
                  <a:srgbClr val="032F62"/>
                </a:solidFill>
                <a:effectLst/>
                <a:latin typeface="SFMono-Regular"/>
              </a:rPr>
              <a:t>'Class'</a:t>
            </a:r>
            <a:r>
              <a:rPr lang="en-US" b="0" i="0">
                <a:solidFill>
                  <a:srgbClr val="24292E"/>
                </a:solidFill>
                <a:effectLst/>
                <a:latin typeface="SFMono-Regular"/>
              </a:rPr>
              <a:t>, ascending</a:t>
            </a:r>
            <a:r>
              <a:rPr lang="en-US" b="0" i="0">
                <a:solidFill>
                  <a:srgbClr val="D73A49"/>
                </a:solidFill>
                <a:effectLst/>
                <a:latin typeface="SFMono-Regular"/>
              </a:rPr>
              <a:t>=</a:t>
            </a:r>
            <a:r>
              <a:rPr lang="en-US" b="0" i="0">
                <a:solidFill>
                  <a:srgbClr val="005CC5"/>
                </a:solidFill>
                <a:effectLst/>
                <a:latin typeface="SFMono-Regular"/>
              </a:rPr>
              <a:t>False</a:t>
            </a:r>
            <a:r>
              <a:rPr lang="en-US" b="0" i="0">
                <a:solidFill>
                  <a:srgbClr val="24292E"/>
                </a:solidFill>
                <a:effectLst/>
                <a:latin typeface="SFMono-Regular"/>
              </a:rPr>
              <a:t>, inplace</a:t>
            </a:r>
            <a:r>
              <a:rPr lang="en-US" b="0" i="0">
                <a:solidFill>
                  <a:srgbClr val="D73A49"/>
                </a:solidFill>
                <a:effectLst/>
                <a:latin typeface="SFMono-Regular"/>
              </a:rPr>
              <a:t>=</a:t>
            </a:r>
            <a:r>
              <a:rPr lang="en-US" b="0" i="0">
                <a:solidFill>
                  <a:srgbClr val="005CC5"/>
                </a:solidFill>
                <a:effectLst/>
                <a:latin typeface="SFMono-Regular"/>
              </a:rPr>
              <a:t>True</a:t>
            </a:r>
            <a:r>
              <a:rPr lang="en-US" b="0" i="0">
                <a:solidFill>
                  <a:srgbClr val="24292E"/>
                </a:solidFill>
                <a:effectLst/>
                <a:latin typeface="SFMono-Regular"/>
              </a:rPr>
              <a:t>)</a:t>
            </a:r>
            <a:endParaRPr lang="en-US"/>
          </a:p>
        </p:txBody>
      </p:sp>
      <p:sp>
        <p:nvSpPr>
          <p:cNvPr id="12" name="TextBox 11">
            <a:extLst>
              <a:ext uri="{FF2B5EF4-FFF2-40B4-BE49-F238E27FC236}">
                <a16:creationId xmlns:a16="http://schemas.microsoft.com/office/drawing/2014/main" id="{2AAAC33A-8D5E-4106-8382-7EC5F4179689}"/>
              </a:ext>
            </a:extLst>
          </p:cNvPr>
          <p:cNvSpPr txBox="1"/>
          <p:nvPr/>
        </p:nvSpPr>
        <p:spPr>
          <a:xfrm>
            <a:off x="330200" y="2655229"/>
            <a:ext cx="7315200" cy="1754326"/>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 Remove the "Time" coloumn</a:t>
            </a:r>
            <a:r>
              <a:rPr lang="en-US" b="0" i="0">
                <a:solidFill>
                  <a:srgbClr val="24292E"/>
                </a:solidFill>
                <a:effectLst/>
                <a:latin typeface="SFMono-Regular"/>
              </a:rPr>
              <a:t> </a:t>
            </a:r>
          </a:p>
          <a:p>
            <a:r>
              <a:rPr lang="en-US" b="0" i="0">
                <a:solidFill>
                  <a:srgbClr val="24292E"/>
                </a:solidFill>
                <a:effectLst/>
                <a:latin typeface="SFMono-Regular"/>
              </a:rPr>
              <a:t>df_full.drop(</a:t>
            </a:r>
            <a:r>
              <a:rPr lang="en-US" b="0" i="0">
                <a:solidFill>
                  <a:srgbClr val="032F62"/>
                </a:solidFill>
                <a:effectLst/>
                <a:latin typeface="SFMono-Regular"/>
              </a:rPr>
              <a:t>'Time'</a:t>
            </a:r>
            <a:r>
              <a:rPr lang="en-US" b="0" i="0">
                <a:solidFill>
                  <a:srgbClr val="24292E"/>
                </a:solidFill>
                <a:effectLst/>
                <a:latin typeface="SFMono-Regular"/>
              </a:rPr>
              <a:t>, axis</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inplace</a:t>
            </a:r>
            <a:r>
              <a:rPr lang="en-US" b="0" i="0">
                <a:solidFill>
                  <a:srgbClr val="D73A49"/>
                </a:solidFill>
                <a:effectLst/>
                <a:latin typeface="SFMono-Regular"/>
              </a:rPr>
              <a:t>=</a:t>
            </a:r>
            <a:r>
              <a:rPr lang="en-US" b="0" i="0">
                <a:solidFill>
                  <a:srgbClr val="005CC5"/>
                </a:solidFill>
                <a:effectLst/>
                <a:latin typeface="SFMono-Regular"/>
              </a:rPr>
              <a:t>True</a:t>
            </a:r>
            <a:r>
              <a:rPr lang="en-US" b="0" i="0">
                <a:solidFill>
                  <a:srgbClr val="24292E"/>
                </a:solidFill>
                <a:effectLst/>
                <a:latin typeface="SFMono-Regular"/>
              </a:rPr>
              <a:t>) </a:t>
            </a:r>
          </a:p>
          <a:p>
            <a:r>
              <a:rPr lang="en-US" b="0" i="0">
                <a:solidFill>
                  <a:srgbClr val="6A737D"/>
                </a:solidFill>
                <a:effectLst/>
                <a:latin typeface="SFMono-Regular"/>
              </a:rPr>
              <a:t># Create a new data frame with the first "3000" samples</a:t>
            </a:r>
            <a:r>
              <a:rPr lang="en-US" b="0" i="0">
                <a:solidFill>
                  <a:srgbClr val="24292E"/>
                </a:solidFill>
                <a:effectLst/>
                <a:latin typeface="SFMono-Regular"/>
              </a:rPr>
              <a:t> </a:t>
            </a:r>
          </a:p>
          <a:p>
            <a:r>
              <a:rPr lang="en-US" b="0" i="0">
                <a:solidFill>
                  <a:srgbClr val="24292E"/>
                </a:solidFill>
                <a:effectLst/>
                <a:latin typeface="SFMono-Regular"/>
              </a:rPr>
              <a:t>df_sample </a:t>
            </a:r>
            <a:r>
              <a:rPr lang="en-US" b="0" i="0">
                <a:solidFill>
                  <a:srgbClr val="D73A49"/>
                </a:solidFill>
                <a:effectLst/>
                <a:latin typeface="SFMono-Regular"/>
              </a:rPr>
              <a:t>=</a:t>
            </a:r>
            <a:r>
              <a:rPr lang="en-US" b="0" i="0">
                <a:solidFill>
                  <a:srgbClr val="24292E"/>
                </a:solidFill>
                <a:effectLst/>
                <a:latin typeface="SFMono-Regular"/>
              </a:rPr>
              <a:t> df_full.iloc[:</a:t>
            </a:r>
            <a:r>
              <a:rPr lang="en-US" b="0" i="0">
                <a:solidFill>
                  <a:srgbClr val="005CC5"/>
                </a:solidFill>
                <a:effectLst/>
                <a:latin typeface="SFMono-Regular"/>
              </a:rPr>
              <a:t>3000</a:t>
            </a:r>
            <a:r>
              <a:rPr lang="en-US" b="0" i="0">
                <a:solidFill>
                  <a:srgbClr val="24292E"/>
                </a:solidFill>
                <a:effectLst/>
                <a:latin typeface="SFMono-Regular"/>
              </a:rPr>
              <a:t>, :] </a:t>
            </a:r>
          </a:p>
          <a:p>
            <a:r>
              <a:rPr lang="en-US" b="0" i="0">
                <a:solidFill>
                  <a:srgbClr val="6A737D"/>
                </a:solidFill>
                <a:effectLst/>
                <a:latin typeface="SFMono-Regular"/>
              </a:rPr>
              <a:t># Now count the number of samples for each class</a:t>
            </a:r>
            <a:r>
              <a:rPr lang="en-US" b="0" i="0">
                <a:solidFill>
                  <a:srgbClr val="24292E"/>
                </a:solidFill>
                <a:effectLst/>
                <a:latin typeface="SFMono-Regular"/>
              </a:rPr>
              <a:t> </a:t>
            </a:r>
            <a:r>
              <a:rPr lang="en-US" b="0" i="0">
                <a:solidFill>
                  <a:srgbClr val="D73A49"/>
                </a:solidFill>
                <a:effectLst/>
                <a:latin typeface="SFMono-Regular"/>
              </a:rPr>
              <a:t>print</a:t>
            </a:r>
            <a:r>
              <a:rPr lang="en-US" b="0" i="0">
                <a:solidFill>
                  <a:srgbClr val="24292E"/>
                </a:solidFill>
                <a:effectLst/>
                <a:latin typeface="SFMono-Regular"/>
              </a:rPr>
              <a:t>(df_sample.Class.value_counts())</a:t>
            </a:r>
            <a:endParaRPr lang="en-US"/>
          </a:p>
        </p:txBody>
      </p:sp>
      <p:sp>
        <p:nvSpPr>
          <p:cNvPr id="13" name="TextBox 12">
            <a:extLst>
              <a:ext uri="{FF2B5EF4-FFF2-40B4-BE49-F238E27FC236}">
                <a16:creationId xmlns:a16="http://schemas.microsoft.com/office/drawing/2014/main" id="{5CBADB5B-4B0F-460F-AC6D-93324E6A452D}"/>
              </a:ext>
            </a:extLst>
          </p:cNvPr>
          <p:cNvSpPr txBox="1"/>
          <p:nvPr/>
        </p:nvSpPr>
        <p:spPr>
          <a:xfrm>
            <a:off x="273050" y="2286288"/>
            <a:ext cx="8718550" cy="369332"/>
          </a:xfrm>
          <a:prstGeom prst="rect">
            <a:avLst/>
          </a:prstGeom>
          <a:noFill/>
        </p:spPr>
        <p:txBody>
          <a:bodyPr wrap="square">
            <a:spAutoFit/>
          </a:bodyPr>
          <a:lstStyle/>
          <a:p>
            <a:r>
              <a:rPr lang="en-US" b="0" i="0">
                <a:solidFill>
                  <a:srgbClr val="1B1B1B"/>
                </a:solidFill>
                <a:effectLst/>
                <a:latin typeface="Open Sans" panose="020B0606030504020204" pitchFamily="34" charset="0"/>
              </a:rPr>
              <a:t>Tiếp theo, chúng ta sẽ loại bỏ cột thời gian vì không cần thiết để dự đoán đầu ra.</a:t>
            </a:r>
            <a:endParaRPr lang="en-US"/>
          </a:p>
        </p:txBody>
      </p:sp>
      <p:sp>
        <p:nvSpPr>
          <p:cNvPr id="14" name="TextBox 13">
            <a:extLst>
              <a:ext uri="{FF2B5EF4-FFF2-40B4-BE49-F238E27FC236}">
                <a16:creationId xmlns:a16="http://schemas.microsoft.com/office/drawing/2014/main" id="{954F6CCA-BDD4-4426-A5CE-8A118646C144}"/>
              </a:ext>
            </a:extLst>
          </p:cNvPr>
          <p:cNvSpPr txBox="1"/>
          <p:nvPr/>
        </p:nvSpPr>
        <p:spPr>
          <a:xfrm>
            <a:off x="304800" y="4484640"/>
            <a:ext cx="7353300" cy="923330"/>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0    2508 </a:t>
            </a:r>
          </a:p>
          <a:p>
            <a:r>
              <a:rPr lang="en-US" b="0" i="0">
                <a:solidFill>
                  <a:srgbClr val="24292E"/>
                </a:solidFill>
                <a:effectLst/>
                <a:latin typeface="SFMono-Regular"/>
              </a:rPr>
              <a:t>1    492 </a:t>
            </a:r>
          </a:p>
          <a:p>
            <a:r>
              <a:rPr lang="en-US" b="0" i="0">
                <a:solidFill>
                  <a:srgbClr val="24292E"/>
                </a:solidFill>
                <a:effectLst/>
                <a:latin typeface="SFMono-Regular"/>
              </a:rPr>
              <a:t>Name: Class, dtype: int64</a:t>
            </a:r>
            <a:endParaRPr lang="en-US"/>
          </a:p>
        </p:txBody>
      </p:sp>
      <p:sp>
        <p:nvSpPr>
          <p:cNvPr id="11" name="TextBox 10">
            <a:extLst>
              <a:ext uri="{FF2B5EF4-FFF2-40B4-BE49-F238E27FC236}">
                <a16:creationId xmlns:a16="http://schemas.microsoft.com/office/drawing/2014/main" id="{6931F771-80B7-4AAD-9451-CB43D3F14262}"/>
              </a:ext>
            </a:extLst>
          </p:cNvPr>
          <p:cNvSpPr txBox="1"/>
          <p:nvPr/>
        </p:nvSpPr>
        <p:spPr>
          <a:xfrm>
            <a:off x="273050" y="5640924"/>
            <a:ext cx="4584700" cy="369332"/>
          </a:xfrm>
          <a:prstGeom prst="rect">
            <a:avLst/>
          </a:prstGeom>
          <a:noFill/>
        </p:spPr>
        <p:txBody>
          <a:bodyPr wrap="square">
            <a:spAutoFit/>
          </a:bodyPr>
          <a:lstStyle/>
          <a:p>
            <a:r>
              <a:rPr lang="en-US"/>
              <a:t>Tập dữ liệu của chúng tôi có vẻ cân bằng tốt</a:t>
            </a:r>
          </a:p>
        </p:txBody>
      </p:sp>
      <p:sp>
        <p:nvSpPr>
          <p:cNvPr id="15" name="TextBox 14">
            <a:extLst>
              <a:ext uri="{FF2B5EF4-FFF2-40B4-BE49-F238E27FC236}">
                <a16:creationId xmlns:a16="http://schemas.microsoft.com/office/drawing/2014/main" id="{9F1E5D50-BDB8-4360-B39A-7F0252577A68}"/>
              </a:ext>
            </a:extLst>
          </p:cNvPr>
          <p:cNvSpPr txBox="1"/>
          <p:nvPr/>
        </p:nvSpPr>
        <p:spPr>
          <a:xfrm>
            <a:off x="304800" y="6051078"/>
            <a:ext cx="7289800" cy="646331"/>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#Randomly shuffle the data set</a:t>
            </a:r>
            <a:r>
              <a:rPr lang="en-US" b="0" i="0">
                <a:solidFill>
                  <a:srgbClr val="24292E"/>
                </a:solidFill>
                <a:effectLst/>
                <a:latin typeface="SFMono-Regular"/>
              </a:rPr>
              <a:t> </a:t>
            </a:r>
          </a:p>
          <a:p>
            <a:r>
              <a:rPr lang="en-US" b="0" i="0">
                <a:solidFill>
                  <a:srgbClr val="24292E"/>
                </a:solidFill>
                <a:effectLst/>
                <a:latin typeface="SFMono-Regular"/>
              </a:rPr>
              <a:t>shuffle_df </a:t>
            </a:r>
            <a:r>
              <a:rPr lang="en-US" b="0" i="0">
                <a:solidFill>
                  <a:srgbClr val="D73A49"/>
                </a:solidFill>
                <a:effectLst/>
                <a:latin typeface="SFMono-Regular"/>
              </a:rPr>
              <a:t>=</a:t>
            </a:r>
            <a:r>
              <a:rPr lang="en-US" b="0" i="0">
                <a:solidFill>
                  <a:srgbClr val="24292E"/>
                </a:solidFill>
                <a:effectLst/>
                <a:latin typeface="SFMono-Regular"/>
              </a:rPr>
              <a:t> shuffle(df_sample, random_state</a:t>
            </a:r>
            <a:r>
              <a:rPr lang="en-US" b="0" i="0">
                <a:solidFill>
                  <a:srgbClr val="D73A49"/>
                </a:solidFill>
                <a:effectLst/>
                <a:latin typeface="SFMono-Regular"/>
              </a:rPr>
              <a:t>=</a:t>
            </a:r>
            <a:r>
              <a:rPr lang="en-US" b="0" i="0">
                <a:solidFill>
                  <a:srgbClr val="005CC5"/>
                </a:solidFill>
                <a:effectLst/>
                <a:latin typeface="SFMono-Regular"/>
              </a:rPr>
              <a:t>42</a:t>
            </a:r>
            <a:r>
              <a:rPr lang="en-US" b="0" i="0">
                <a:solidFill>
                  <a:srgbClr val="24292E"/>
                </a:solidFill>
                <a:effectLst/>
                <a:latin typeface="SFMono-Regular"/>
              </a:rPr>
              <a:t>)</a:t>
            </a:r>
            <a:endParaRPr lang="en-US"/>
          </a:p>
        </p:txBody>
      </p:sp>
    </p:spTree>
    <p:extLst>
      <p:ext uri="{BB962C8B-B14F-4D97-AF65-F5344CB8AC3E}">
        <p14:creationId xmlns:p14="http://schemas.microsoft.com/office/powerpoint/2010/main" val="3655177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algn="just"/>
            <a:r>
              <a:rPr lang="vi-VN" sz="2400" b="1" i="0">
                <a:solidFill>
                  <a:srgbClr val="1B1B1B"/>
                </a:solidFill>
                <a:effectLst/>
                <a:latin typeface="Open Sans" panose="020B0606030504020204" pitchFamily="34" charset="0"/>
              </a:rPr>
              <a:t>Bước 4:</a:t>
            </a:r>
            <a:r>
              <a:rPr lang="vi-VN" sz="2400" b="0" i="0">
                <a:solidFill>
                  <a:srgbClr val="1B1B1B"/>
                </a:solidFill>
                <a:effectLst/>
                <a:latin typeface="Open Sans" panose="020B0606030504020204" pitchFamily="34" charset="0"/>
              </a:rPr>
              <a:t> Nối dữ liệu</a:t>
            </a:r>
            <a:endParaRPr lang="en-US" sz="60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40</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514350" y="1919503"/>
            <a:ext cx="8521700" cy="2862322"/>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 Spilt the dataset into train and test data frame</a:t>
            </a:r>
            <a:r>
              <a:rPr lang="en-US" b="0" i="0">
                <a:solidFill>
                  <a:srgbClr val="24292E"/>
                </a:solidFill>
                <a:effectLst/>
                <a:latin typeface="SFMono-Regular"/>
              </a:rPr>
              <a:t> </a:t>
            </a:r>
          </a:p>
          <a:p>
            <a:r>
              <a:rPr lang="en-US" b="0" i="0">
                <a:solidFill>
                  <a:srgbClr val="24292E"/>
                </a:solidFill>
                <a:effectLst/>
                <a:latin typeface="SFMono-Regular"/>
              </a:rPr>
              <a:t>df_train </a:t>
            </a:r>
            <a:r>
              <a:rPr lang="en-US" b="0" i="0">
                <a:solidFill>
                  <a:srgbClr val="D73A49"/>
                </a:solidFill>
                <a:effectLst/>
                <a:latin typeface="SFMono-Regular"/>
              </a:rPr>
              <a:t>=</a:t>
            </a:r>
            <a:r>
              <a:rPr lang="en-US" b="0" i="0">
                <a:solidFill>
                  <a:srgbClr val="24292E"/>
                </a:solidFill>
                <a:effectLst/>
                <a:latin typeface="SFMono-Regular"/>
              </a:rPr>
              <a:t> shuffle_df[</a:t>
            </a:r>
            <a:r>
              <a:rPr lang="en-US" b="0" i="0">
                <a:solidFill>
                  <a:srgbClr val="005CC5"/>
                </a:solidFill>
                <a:effectLst/>
                <a:latin typeface="SFMono-Regular"/>
              </a:rPr>
              <a:t>0</a:t>
            </a:r>
            <a:r>
              <a:rPr lang="en-US" b="0" i="0">
                <a:solidFill>
                  <a:srgbClr val="24292E"/>
                </a:solidFill>
                <a:effectLst/>
                <a:latin typeface="SFMono-Regular"/>
              </a:rPr>
              <a:t>:</a:t>
            </a:r>
            <a:r>
              <a:rPr lang="en-US" b="0" i="0">
                <a:solidFill>
                  <a:srgbClr val="005CC5"/>
                </a:solidFill>
                <a:effectLst/>
                <a:latin typeface="SFMono-Regular"/>
              </a:rPr>
              <a:t>2400</a:t>
            </a:r>
            <a:r>
              <a:rPr lang="en-US" b="0" i="0">
                <a:solidFill>
                  <a:srgbClr val="24292E"/>
                </a:solidFill>
                <a:effectLst/>
                <a:latin typeface="SFMono-Regular"/>
              </a:rPr>
              <a:t>] </a:t>
            </a:r>
          </a:p>
          <a:p>
            <a:r>
              <a:rPr lang="en-US" b="0" i="0">
                <a:solidFill>
                  <a:srgbClr val="24292E"/>
                </a:solidFill>
                <a:effectLst/>
                <a:latin typeface="SFMono-Regular"/>
              </a:rPr>
              <a:t>df_test </a:t>
            </a:r>
            <a:r>
              <a:rPr lang="en-US" b="0" i="0">
                <a:solidFill>
                  <a:srgbClr val="D73A49"/>
                </a:solidFill>
                <a:effectLst/>
                <a:latin typeface="SFMono-Regular"/>
              </a:rPr>
              <a:t>=</a:t>
            </a:r>
            <a:r>
              <a:rPr lang="en-US" b="0" i="0">
                <a:solidFill>
                  <a:srgbClr val="24292E"/>
                </a:solidFill>
                <a:effectLst/>
                <a:latin typeface="SFMono-Regular"/>
              </a:rPr>
              <a:t> shuffle_df[</a:t>
            </a:r>
            <a:r>
              <a:rPr lang="en-US" b="0" i="0">
                <a:solidFill>
                  <a:srgbClr val="005CC5"/>
                </a:solidFill>
                <a:effectLst/>
                <a:latin typeface="SFMono-Regular"/>
              </a:rPr>
              <a:t>2400</a:t>
            </a:r>
            <a:r>
              <a:rPr lang="en-US" b="0" i="0">
                <a:solidFill>
                  <a:srgbClr val="24292E"/>
                </a:solidFill>
                <a:effectLst/>
                <a:latin typeface="SFMono-Regular"/>
              </a:rPr>
              <a:t>:] </a:t>
            </a:r>
          </a:p>
          <a:p>
            <a:r>
              <a:rPr lang="en-US" b="0" i="0">
                <a:solidFill>
                  <a:srgbClr val="6A737D"/>
                </a:solidFill>
                <a:effectLst/>
                <a:latin typeface="SFMono-Regular"/>
              </a:rPr>
              <a:t># Spilt each dataframe into feature and label</a:t>
            </a:r>
            <a:r>
              <a:rPr lang="en-US" b="0" i="0">
                <a:solidFill>
                  <a:srgbClr val="24292E"/>
                </a:solidFill>
                <a:effectLst/>
                <a:latin typeface="SFMono-Regular"/>
              </a:rPr>
              <a:t> </a:t>
            </a:r>
          </a:p>
          <a:p>
            <a:r>
              <a:rPr lang="en-US" b="0" i="0">
                <a:solidFill>
                  <a:srgbClr val="24292E"/>
                </a:solidFill>
                <a:effectLst/>
                <a:latin typeface="SFMono-Regular"/>
              </a:rPr>
              <a:t>train_feature </a:t>
            </a:r>
            <a:r>
              <a:rPr lang="en-US" b="0" i="0">
                <a:solidFill>
                  <a:srgbClr val="D73A49"/>
                </a:solidFill>
                <a:effectLst/>
                <a:latin typeface="SFMono-Regular"/>
              </a:rPr>
              <a:t>=</a:t>
            </a:r>
            <a:r>
              <a:rPr lang="en-US" b="0" i="0">
                <a:solidFill>
                  <a:srgbClr val="24292E"/>
                </a:solidFill>
                <a:effectLst/>
                <a:latin typeface="SFMono-Regular"/>
              </a:rPr>
              <a:t> np.array(df_train.values[:, </a:t>
            </a:r>
            <a:r>
              <a:rPr lang="en-US" b="0" i="0">
                <a:solidFill>
                  <a:srgbClr val="005CC5"/>
                </a:solidFill>
                <a:effectLst/>
                <a:latin typeface="SFMono-Regular"/>
              </a:rPr>
              <a:t>0</a:t>
            </a:r>
            <a:r>
              <a:rPr lang="en-US" b="0" i="0">
                <a:solidFill>
                  <a:srgbClr val="24292E"/>
                </a:solidFill>
                <a:effectLst/>
                <a:latin typeface="SFMono-Regular"/>
              </a:rPr>
              <a:t>:</a:t>
            </a:r>
            <a:r>
              <a:rPr lang="en-US" b="0" i="0">
                <a:solidFill>
                  <a:srgbClr val="005CC5"/>
                </a:solidFill>
                <a:effectLst/>
                <a:latin typeface="SFMono-Regular"/>
              </a:rPr>
              <a:t>29</a:t>
            </a:r>
            <a:r>
              <a:rPr lang="en-US" b="0" i="0">
                <a:solidFill>
                  <a:srgbClr val="24292E"/>
                </a:solidFill>
                <a:effectLst/>
                <a:latin typeface="SFMono-Regular"/>
              </a:rPr>
              <a:t>]) </a:t>
            </a:r>
          </a:p>
          <a:p>
            <a:r>
              <a:rPr lang="en-US" b="0" i="0">
                <a:solidFill>
                  <a:srgbClr val="24292E"/>
                </a:solidFill>
                <a:effectLst/>
                <a:latin typeface="SFMono-Regular"/>
              </a:rPr>
              <a:t>train_label </a:t>
            </a:r>
            <a:r>
              <a:rPr lang="en-US" b="0" i="0">
                <a:solidFill>
                  <a:srgbClr val="D73A49"/>
                </a:solidFill>
                <a:effectLst/>
                <a:latin typeface="SFMono-Regular"/>
              </a:rPr>
              <a:t>=</a:t>
            </a:r>
            <a:r>
              <a:rPr lang="en-US" b="0" i="0">
                <a:solidFill>
                  <a:srgbClr val="24292E"/>
                </a:solidFill>
                <a:effectLst/>
                <a:latin typeface="SFMono-Regular"/>
              </a:rPr>
              <a:t> np.array(df_train.values[:, </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a:t>
            </a:r>
          </a:p>
          <a:p>
            <a:r>
              <a:rPr lang="en-US" b="0" i="0">
                <a:solidFill>
                  <a:srgbClr val="24292E"/>
                </a:solidFill>
                <a:effectLst/>
                <a:latin typeface="SFMono-Regular"/>
              </a:rPr>
              <a:t>test_feature </a:t>
            </a:r>
            <a:r>
              <a:rPr lang="en-US" b="0" i="0">
                <a:solidFill>
                  <a:srgbClr val="D73A49"/>
                </a:solidFill>
                <a:effectLst/>
                <a:latin typeface="SFMono-Regular"/>
              </a:rPr>
              <a:t>=</a:t>
            </a:r>
            <a:r>
              <a:rPr lang="en-US" b="0" i="0">
                <a:solidFill>
                  <a:srgbClr val="24292E"/>
                </a:solidFill>
                <a:effectLst/>
                <a:latin typeface="SFMono-Regular"/>
              </a:rPr>
              <a:t> np.array(df_test.values[:, </a:t>
            </a:r>
            <a:r>
              <a:rPr lang="en-US" b="0" i="0">
                <a:solidFill>
                  <a:srgbClr val="005CC5"/>
                </a:solidFill>
                <a:effectLst/>
                <a:latin typeface="SFMono-Regular"/>
              </a:rPr>
              <a:t>0</a:t>
            </a:r>
            <a:r>
              <a:rPr lang="en-US" b="0" i="0">
                <a:solidFill>
                  <a:srgbClr val="24292E"/>
                </a:solidFill>
                <a:effectLst/>
                <a:latin typeface="SFMono-Regular"/>
              </a:rPr>
              <a:t>:</a:t>
            </a:r>
            <a:r>
              <a:rPr lang="en-US" b="0" i="0">
                <a:solidFill>
                  <a:srgbClr val="005CC5"/>
                </a:solidFill>
                <a:effectLst/>
                <a:latin typeface="SFMono-Regular"/>
              </a:rPr>
              <a:t>29</a:t>
            </a:r>
            <a:r>
              <a:rPr lang="en-US" b="0" i="0">
                <a:solidFill>
                  <a:srgbClr val="24292E"/>
                </a:solidFill>
                <a:effectLst/>
                <a:latin typeface="SFMono-Regular"/>
              </a:rPr>
              <a:t>]) </a:t>
            </a:r>
          </a:p>
          <a:p>
            <a:r>
              <a:rPr lang="en-US" b="0" i="0">
                <a:solidFill>
                  <a:srgbClr val="24292E"/>
                </a:solidFill>
                <a:effectLst/>
                <a:latin typeface="SFMono-Regular"/>
              </a:rPr>
              <a:t>test_label </a:t>
            </a:r>
            <a:r>
              <a:rPr lang="en-US" b="0" i="0">
                <a:solidFill>
                  <a:srgbClr val="D73A49"/>
                </a:solidFill>
                <a:effectLst/>
                <a:latin typeface="SFMono-Regular"/>
              </a:rPr>
              <a:t>=</a:t>
            </a:r>
            <a:r>
              <a:rPr lang="en-US" b="0" i="0">
                <a:solidFill>
                  <a:srgbClr val="24292E"/>
                </a:solidFill>
                <a:effectLst/>
                <a:latin typeface="SFMono-Regular"/>
              </a:rPr>
              <a:t> np.array(df_test.values[:, </a:t>
            </a:r>
            <a:r>
              <a:rPr lang="en-US" b="0" i="0">
                <a:solidFill>
                  <a:srgbClr val="D73A49"/>
                </a:solidFill>
                <a:effectLst/>
                <a:latin typeface="SFMono-Regular"/>
              </a:rPr>
              <a:t>-</a:t>
            </a:r>
            <a:r>
              <a:rPr lang="en-US" b="0" i="0">
                <a:solidFill>
                  <a:srgbClr val="005CC5"/>
                </a:solidFill>
                <a:effectLst/>
                <a:latin typeface="SFMono-Regular"/>
              </a:rPr>
              <a:t>1</a:t>
            </a:r>
            <a:r>
              <a:rPr lang="en-US" b="0" i="0">
                <a:solidFill>
                  <a:srgbClr val="24292E"/>
                </a:solidFill>
                <a:effectLst/>
                <a:latin typeface="SFMono-Regular"/>
              </a:rPr>
              <a:t>]) </a:t>
            </a:r>
          </a:p>
          <a:p>
            <a:r>
              <a:rPr lang="en-US" b="0" i="0">
                <a:solidFill>
                  <a:srgbClr val="6A737D"/>
                </a:solidFill>
                <a:effectLst/>
                <a:latin typeface="SFMono-Regular"/>
              </a:rPr>
              <a:t># Display the size of the train dataframe</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(train_feature.shape)</a:t>
            </a:r>
            <a:endParaRPr lang="en-US"/>
          </a:p>
        </p:txBody>
      </p:sp>
      <p:sp>
        <p:nvSpPr>
          <p:cNvPr id="15" name="TextBox 14">
            <a:extLst>
              <a:ext uri="{FF2B5EF4-FFF2-40B4-BE49-F238E27FC236}">
                <a16:creationId xmlns:a16="http://schemas.microsoft.com/office/drawing/2014/main" id="{9F1E5D50-BDB8-4360-B39A-7F0252577A68}"/>
              </a:ext>
            </a:extLst>
          </p:cNvPr>
          <p:cNvSpPr txBox="1"/>
          <p:nvPr/>
        </p:nvSpPr>
        <p:spPr>
          <a:xfrm>
            <a:off x="457200" y="4887727"/>
            <a:ext cx="8521700" cy="369332"/>
          </a:xfrm>
          <a:prstGeom prst="rect">
            <a:avLst/>
          </a:prstGeom>
          <a:solidFill>
            <a:schemeClr val="tx2">
              <a:lumMod val="20000"/>
              <a:lumOff val="80000"/>
            </a:schemeClr>
          </a:solidFill>
        </p:spPr>
        <p:txBody>
          <a:bodyPr wrap="square">
            <a:spAutoFit/>
          </a:bodyPr>
          <a:lstStyle/>
          <a:p>
            <a:r>
              <a:rPr lang="en-US" b="0" i="0">
                <a:solidFill>
                  <a:srgbClr val="24292E"/>
                </a:solidFill>
                <a:effectLst/>
                <a:latin typeface="SFMono-Regular"/>
              </a:rPr>
              <a:t>(2400, 29)</a:t>
            </a:r>
            <a:endParaRPr lang="en-US"/>
          </a:p>
        </p:txBody>
      </p:sp>
      <p:sp>
        <p:nvSpPr>
          <p:cNvPr id="16" name="TextBox 15">
            <a:extLst>
              <a:ext uri="{FF2B5EF4-FFF2-40B4-BE49-F238E27FC236}">
                <a16:creationId xmlns:a16="http://schemas.microsoft.com/office/drawing/2014/main" id="{503D5344-80D0-498A-AEDC-E2A023B647B9}"/>
              </a:ext>
            </a:extLst>
          </p:cNvPr>
          <p:cNvSpPr txBox="1"/>
          <p:nvPr/>
        </p:nvSpPr>
        <p:spPr>
          <a:xfrm>
            <a:off x="762000" y="1285639"/>
            <a:ext cx="8026400" cy="646331"/>
          </a:xfrm>
          <a:prstGeom prst="rect">
            <a:avLst/>
          </a:prstGeom>
          <a:noFill/>
        </p:spPr>
        <p:txBody>
          <a:bodyPr wrap="square">
            <a:spAutoFit/>
          </a:bodyPr>
          <a:lstStyle/>
          <a:p>
            <a:r>
              <a:rPr lang="en-US" b="0" i="1">
                <a:solidFill>
                  <a:srgbClr val="1B1B1B"/>
                </a:solidFill>
                <a:effectLst/>
                <a:latin typeface="Open Sans" panose="020B0606030504020204" pitchFamily="34" charset="0"/>
              </a:rPr>
              <a:t>Nối dữ liệu là quá trình phân tách tập dữ liệu thành dữ liệu huấn luyện và kiểm tra.</a:t>
            </a:r>
            <a:endParaRPr lang="en-US"/>
          </a:p>
        </p:txBody>
      </p:sp>
      <p:sp>
        <p:nvSpPr>
          <p:cNvPr id="17" name="TextBox 16">
            <a:extLst>
              <a:ext uri="{FF2B5EF4-FFF2-40B4-BE49-F238E27FC236}">
                <a16:creationId xmlns:a16="http://schemas.microsoft.com/office/drawing/2014/main" id="{01AE49FA-A32B-424A-99E5-0CEAB421DBB4}"/>
              </a:ext>
            </a:extLst>
          </p:cNvPr>
          <p:cNvSpPr txBox="1"/>
          <p:nvPr/>
        </p:nvSpPr>
        <p:spPr>
          <a:xfrm>
            <a:off x="431800" y="5445184"/>
            <a:ext cx="8229600" cy="646331"/>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 Display the size of test dataframe</a:t>
            </a:r>
            <a:r>
              <a:rPr lang="en-US" b="0" i="0">
                <a:solidFill>
                  <a:srgbClr val="24292E"/>
                </a:solidFill>
                <a:effectLst/>
                <a:latin typeface="SFMono-Regular"/>
              </a:rPr>
              <a:t> </a:t>
            </a:r>
          </a:p>
          <a:p>
            <a:r>
              <a:rPr lang="en-US" b="0" i="0">
                <a:solidFill>
                  <a:srgbClr val="D73A49"/>
                </a:solidFill>
                <a:effectLst/>
                <a:latin typeface="SFMono-Regular"/>
              </a:rPr>
              <a:t>print</a:t>
            </a:r>
            <a:r>
              <a:rPr lang="en-US" b="0" i="0">
                <a:solidFill>
                  <a:srgbClr val="24292E"/>
                </a:solidFill>
                <a:effectLst/>
                <a:latin typeface="SFMono-Regular"/>
              </a:rPr>
              <a:t>(train_label.shape)</a:t>
            </a:r>
            <a:endParaRPr lang="en-US"/>
          </a:p>
        </p:txBody>
      </p:sp>
      <p:sp>
        <p:nvSpPr>
          <p:cNvPr id="18" name="TextBox 17">
            <a:extLst>
              <a:ext uri="{FF2B5EF4-FFF2-40B4-BE49-F238E27FC236}">
                <a16:creationId xmlns:a16="http://schemas.microsoft.com/office/drawing/2014/main" id="{04524A94-5BB1-4E38-ACD6-9E7A87CFD7CA}"/>
              </a:ext>
            </a:extLst>
          </p:cNvPr>
          <p:cNvSpPr txBox="1"/>
          <p:nvPr/>
        </p:nvSpPr>
        <p:spPr>
          <a:xfrm>
            <a:off x="431800" y="6203814"/>
            <a:ext cx="4584700" cy="369332"/>
          </a:xfrm>
          <a:prstGeom prst="rect">
            <a:avLst/>
          </a:prstGeom>
          <a:solidFill>
            <a:schemeClr val="tx2">
              <a:lumMod val="20000"/>
              <a:lumOff val="80000"/>
            </a:schemeClr>
          </a:solidFill>
        </p:spPr>
        <p:txBody>
          <a:bodyPr wrap="square">
            <a:spAutoFit/>
          </a:bodyPr>
          <a:lstStyle/>
          <a:p>
            <a:r>
              <a:rPr lang="en-US"/>
              <a:t>(2400,)</a:t>
            </a:r>
          </a:p>
        </p:txBody>
      </p:sp>
    </p:spTree>
    <p:extLst>
      <p:ext uri="{BB962C8B-B14F-4D97-AF65-F5344CB8AC3E}">
        <p14:creationId xmlns:p14="http://schemas.microsoft.com/office/powerpoint/2010/main" val="55467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5:</a:t>
            </a:r>
            <a:r>
              <a:rPr lang="vi-VN" sz="2400" b="0" i="0">
                <a:solidFill>
                  <a:srgbClr val="1B1B1B"/>
                </a:solidFill>
                <a:effectLst/>
                <a:latin typeface="Open Sans" panose="020B0606030504020204" pitchFamily="34" charset="0"/>
              </a:rPr>
              <a:t> Chuẩn hóa dữ liệu</a:t>
            </a:r>
            <a:endParaRPr lang="en-US" sz="88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41</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514350" y="1919503"/>
            <a:ext cx="8521700" cy="2308324"/>
          </a:xfrm>
          <a:prstGeom prst="rect">
            <a:avLst/>
          </a:prstGeom>
          <a:solidFill>
            <a:schemeClr val="tx2">
              <a:lumMod val="20000"/>
              <a:lumOff val="80000"/>
            </a:schemeClr>
          </a:solidFill>
        </p:spPr>
        <p:txBody>
          <a:bodyPr wrap="square">
            <a:spAutoFit/>
          </a:bodyPr>
          <a:lstStyle/>
          <a:p>
            <a:r>
              <a:rPr lang="en-US">
                <a:solidFill>
                  <a:srgbClr val="6A737D"/>
                </a:solidFill>
                <a:latin typeface="SFMono-Regular"/>
              </a:rPr>
              <a:t>#</a:t>
            </a:r>
            <a:r>
              <a:rPr lang="en-US" b="0" i="0">
                <a:solidFill>
                  <a:srgbClr val="6A737D"/>
                </a:solidFill>
                <a:effectLst/>
                <a:latin typeface="SFMono-Regular"/>
              </a:rPr>
              <a:t>A function to plot the learning curves</a:t>
            </a:r>
            <a:r>
              <a:rPr lang="en-US" b="0" i="0">
                <a:solidFill>
                  <a:srgbClr val="24292E"/>
                </a:solidFill>
                <a:effectLst/>
                <a:latin typeface="SFMono-Regular"/>
              </a:rPr>
              <a:t> </a:t>
            </a:r>
          </a:p>
          <a:p>
            <a:r>
              <a:rPr lang="en-US" b="0" i="0">
                <a:solidFill>
                  <a:srgbClr val="D73A49"/>
                </a:solidFill>
                <a:effectLst/>
                <a:latin typeface="SFMono-Regular"/>
              </a:rPr>
              <a:t>def</a:t>
            </a:r>
            <a:r>
              <a:rPr lang="en-US" b="0" i="0">
                <a:solidFill>
                  <a:srgbClr val="24292E"/>
                </a:solidFill>
                <a:effectLst/>
                <a:latin typeface="SFMono-Regular"/>
              </a:rPr>
              <a:t> </a:t>
            </a:r>
            <a:r>
              <a:rPr lang="en-US" b="0" i="0">
                <a:solidFill>
                  <a:srgbClr val="6F42C1"/>
                </a:solidFill>
                <a:effectLst/>
                <a:latin typeface="SFMono-Regular"/>
              </a:rPr>
              <a:t>show_train_history</a:t>
            </a:r>
            <a:r>
              <a:rPr lang="en-US" b="0" i="0">
                <a:solidFill>
                  <a:srgbClr val="24292E"/>
                </a:solidFill>
                <a:effectLst/>
                <a:latin typeface="SFMono-Regular"/>
              </a:rPr>
              <a:t>(train_history, train, validation):     	plt.plot(train_history.history[train]) </a:t>
            </a:r>
          </a:p>
          <a:p>
            <a:pPr lvl="2"/>
            <a:r>
              <a:rPr lang="en-US" b="0" i="0">
                <a:solidFill>
                  <a:srgbClr val="24292E"/>
                </a:solidFill>
                <a:effectLst/>
                <a:latin typeface="SFMono-Regular"/>
              </a:rPr>
              <a:t>plt.plot(train_history.history[validation]) </a:t>
            </a:r>
          </a:p>
          <a:p>
            <a:pPr lvl="2"/>
            <a:r>
              <a:rPr lang="en-US" b="0" i="0">
                <a:solidFill>
                  <a:srgbClr val="24292E"/>
                </a:solidFill>
                <a:effectLst/>
                <a:latin typeface="SFMono-Regular"/>
              </a:rPr>
              <a:t>plt.title(</a:t>
            </a:r>
            <a:r>
              <a:rPr lang="en-US" b="0" i="0">
                <a:solidFill>
                  <a:srgbClr val="032F62"/>
                </a:solidFill>
                <a:effectLst/>
                <a:latin typeface="SFMono-Regular"/>
              </a:rPr>
              <a:t>'Train History’</a:t>
            </a:r>
            <a:r>
              <a:rPr lang="en-US" b="0" i="0">
                <a:solidFill>
                  <a:srgbClr val="24292E"/>
                </a:solidFill>
                <a:effectLst/>
                <a:latin typeface="SFMono-Regular"/>
              </a:rPr>
              <a:t>) </a:t>
            </a:r>
          </a:p>
          <a:p>
            <a:pPr lvl="2"/>
            <a:r>
              <a:rPr lang="en-US" b="0" i="0">
                <a:solidFill>
                  <a:srgbClr val="24292E"/>
                </a:solidFill>
                <a:effectLst/>
                <a:latin typeface="SFMono-Regular"/>
              </a:rPr>
              <a:t>plt.ylabel(train) plt.xlabel(</a:t>
            </a:r>
            <a:r>
              <a:rPr lang="en-US" b="0" i="0">
                <a:solidFill>
                  <a:srgbClr val="032F62"/>
                </a:solidFill>
                <a:effectLst/>
                <a:latin typeface="SFMono-Regular"/>
              </a:rPr>
              <a:t>'Epoch’</a:t>
            </a:r>
            <a:r>
              <a:rPr lang="en-US" b="0" i="0">
                <a:solidFill>
                  <a:srgbClr val="24292E"/>
                </a:solidFill>
                <a:effectLst/>
                <a:latin typeface="SFMono-Regular"/>
              </a:rPr>
              <a:t>) </a:t>
            </a:r>
          </a:p>
          <a:p>
            <a:pPr lvl="2"/>
            <a:r>
              <a:rPr lang="en-US" b="0" i="0">
                <a:solidFill>
                  <a:srgbClr val="24292E"/>
                </a:solidFill>
                <a:effectLst/>
                <a:latin typeface="SFMono-Regular"/>
              </a:rPr>
              <a:t>plt.legend([</a:t>
            </a:r>
            <a:r>
              <a:rPr lang="en-US" b="0" i="0">
                <a:solidFill>
                  <a:srgbClr val="032F62"/>
                </a:solidFill>
                <a:effectLst/>
                <a:latin typeface="SFMono-Regular"/>
              </a:rPr>
              <a:t>'train'</a:t>
            </a:r>
            <a:r>
              <a:rPr lang="en-US" b="0" i="0">
                <a:solidFill>
                  <a:srgbClr val="24292E"/>
                </a:solidFill>
                <a:effectLst/>
                <a:latin typeface="SFMono-Regular"/>
              </a:rPr>
              <a:t>, </a:t>
            </a:r>
            <a:r>
              <a:rPr lang="en-US" b="0" i="0">
                <a:solidFill>
                  <a:srgbClr val="032F62"/>
                </a:solidFill>
                <a:effectLst/>
                <a:latin typeface="SFMono-Regular"/>
              </a:rPr>
              <a:t>'validation'</a:t>
            </a:r>
            <a:r>
              <a:rPr lang="en-US" b="0" i="0">
                <a:solidFill>
                  <a:srgbClr val="24292E"/>
                </a:solidFill>
                <a:effectLst/>
                <a:latin typeface="SFMono-Regular"/>
              </a:rPr>
              <a:t>], loc</a:t>
            </a:r>
            <a:r>
              <a:rPr lang="en-US" b="0" i="0">
                <a:solidFill>
                  <a:srgbClr val="D73A49"/>
                </a:solidFill>
                <a:effectLst/>
                <a:latin typeface="SFMono-Regular"/>
              </a:rPr>
              <a:t>=</a:t>
            </a:r>
            <a:r>
              <a:rPr lang="en-US" b="0" i="0">
                <a:solidFill>
                  <a:srgbClr val="032F62"/>
                </a:solidFill>
                <a:effectLst/>
                <a:latin typeface="SFMono-Regular"/>
              </a:rPr>
              <a:t>'best’</a:t>
            </a:r>
            <a:r>
              <a:rPr lang="en-US" b="0" i="0">
                <a:solidFill>
                  <a:srgbClr val="24292E"/>
                </a:solidFill>
                <a:effectLst/>
                <a:latin typeface="SFMono-Regular"/>
              </a:rPr>
              <a:t>) </a:t>
            </a:r>
          </a:p>
          <a:p>
            <a:pPr lvl="2"/>
            <a:r>
              <a:rPr lang="en-US" b="0" i="0">
                <a:solidFill>
                  <a:srgbClr val="24292E"/>
                </a:solidFill>
                <a:effectLst/>
                <a:latin typeface="SFMono-Regular"/>
              </a:rPr>
              <a:t>plt.show()</a:t>
            </a:r>
            <a:endParaRPr lang="en-US"/>
          </a:p>
        </p:txBody>
      </p:sp>
      <p:sp>
        <p:nvSpPr>
          <p:cNvPr id="16" name="TextBox 15">
            <a:extLst>
              <a:ext uri="{FF2B5EF4-FFF2-40B4-BE49-F238E27FC236}">
                <a16:creationId xmlns:a16="http://schemas.microsoft.com/office/drawing/2014/main" id="{503D5344-80D0-498A-AEDC-E2A023B647B9}"/>
              </a:ext>
            </a:extLst>
          </p:cNvPr>
          <p:cNvSpPr txBox="1"/>
          <p:nvPr/>
        </p:nvSpPr>
        <p:spPr>
          <a:xfrm>
            <a:off x="762000" y="1285639"/>
            <a:ext cx="8026400" cy="646331"/>
          </a:xfrm>
          <a:prstGeom prst="rect">
            <a:avLst/>
          </a:prstGeom>
          <a:noFill/>
        </p:spPr>
        <p:txBody>
          <a:bodyPr wrap="square">
            <a:spAutoFit/>
          </a:bodyPr>
          <a:lstStyle/>
          <a:p>
            <a:r>
              <a:rPr lang="en-US" b="0" i="1">
                <a:solidFill>
                  <a:srgbClr val="1B1B1B"/>
                </a:solidFill>
                <a:effectLst/>
                <a:latin typeface="Open Sans" panose="020B0606030504020204" pitchFamily="34" charset="0"/>
              </a:rPr>
              <a:t>Nối dữ liệu là quá trình phân tách tập dữ liệu thành dữ liệu huấn luyện và kiểm tra.</a:t>
            </a:r>
            <a:endParaRPr lang="en-US"/>
          </a:p>
        </p:txBody>
      </p:sp>
    </p:spTree>
    <p:extLst>
      <p:ext uri="{BB962C8B-B14F-4D97-AF65-F5344CB8AC3E}">
        <p14:creationId xmlns:p14="http://schemas.microsoft.com/office/powerpoint/2010/main" val="1848517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000" b="1" i="0">
                <a:solidFill>
                  <a:srgbClr val="1B1B1B"/>
                </a:solidFill>
                <a:effectLst/>
                <a:latin typeface="Open Sans" panose="020B0606030504020204" pitchFamily="34" charset="0"/>
              </a:rPr>
              <a:t>Bước 6:</a:t>
            </a:r>
            <a:r>
              <a:rPr lang="vi-VN" sz="2000" b="0" i="0">
                <a:solidFill>
                  <a:srgbClr val="1B1B1B"/>
                </a:solidFill>
                <a:effectLst/>
                <a:latin typeface="Open Sans" panose="020B0606030504020204" pitchFamily="34" charset="0"/>
              </a:rPr>
              <a:t> Xây dựng Neural Network</a:t>
            </a:r>
            <a:endParaRPr lang="en-US" sz="138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42</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622300" y="4081224"/>
            <a:ext cx="8521700" cy="646331"/>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#Select model type</a:t>
            </a:r>
            <a:r>
              <a:rPr lang="en-US" b="0" i="0">
                <a:solidFill>
                  <a:srgbClr val="24292E"/>
                </a:solidFill>
                <a:effectLst/>
                <a:latin typeface="SFMono-Regular"/>
              </a:rPr>
              <a:t> </a:t>
            </a:r>
          </a:p>
          <a:p>
            <a:r>
              <a:rPr lang="en-US" b="0" i="0">
                <a:solidFill>
                  <a:srgbClr val="24292E"/>
                </a:solidFill>
                <a:effectLst/>
                <a:latin typeface="SFMono-Regular"/>
              </a:rPr>
              <a:t>model </a:t>
            </a:r>
            <a:r>
              <a:rPr lang="en-US" b="0" i="0">
                <a:solidFill>
                  <a:srgbClr val="D73A49"/>
                </a:solidFill>
                <a:effectLst/>
                <a:latin typeface="SFMono-Regular"/>
              </a:rPr>
              <a:t>=</a:t>
            </a:r>
            <a:r>
              <a:rPr lang="en-US" b="0" i="0">
                <a:solidFill>
                  <a:srgbClr val="24292E"/>
                </a:solidFill>
                <a:effectLst/>
                <a:latin typeface="SFMono-Regular"/>
              </a:rPr>
              <a:t> Sequential()</a:t>
            </a:r>
            <a:endParaRPr lang="en-US"/>
          </a:p>
        </p:txBody>
      </p:sp>
      <p:sp>
        <p:nvSpPr>
          <p:cNvPr id="16" name="TextBox 15">
            <a:extLst>
              <a:ext uri="{FF2B5EF4-FFF2-40B4-BE49-F238E27FC236}">
                <a16:creationId xmlns:a16="http://schemas.microsoft.com/office/drawing/2014/main" id="{503D5344-80D0-498A-AEDC-E2A023B647B9}"/>
              </a:ext>
            </a:extLst>
          </p:cNvPr>
          <p:cNvSpPr txBox="1"/>
          <p:nvPr/>
        </p:nvSpPr>
        <p:spPr>
          <a:xfrm>
            <a:off x="762000" y="1285639"/>
            <a:ext cx="8026400" cy="2585323"/>
          </a:xfrm>
          <a:prstGeom prst="rect">
            <a:avLst/>
          </a:prstGeom>
          <a:noFill/>
        </p:spPr>
        <p:txBody>
          <a:bodyPr wrap="square">
            <a:spAutoFit/>
          </a:bodyPr>
          <a:lstStyle/>
          <a:p>
            <a:pPr marL="285750" indent="-285750" algn="just">
              <a:buFont typeface="Arial" panose="020B0604020202020204" pitchFamily="34" charset="0"/>
              <a:buChar char="•"/>
            </a:pPr>
            <a:r>
              <a:rPr lang="en-US" b="0">
                <a:solidFill>
                  <a:srgbClr val="1B1B1B"/>
                </a:solidFill>
                <a:effectLst/>
                <a:latin typeface="Open Sans" panose="020B0606030504020204" pitchFamily="34" charset="0"/>
              </a:rPr>
              <a:t>C</a:t>
            </a:r>
            <a:r>
              <a:rPr lang="vi-VN" b="0">
                <a:solidFill>
                  <a:srgbClr val="1B1B1B"/>
                </a:solidFill>
                <a:effectLst/>
                <a:latin typeface="Open Sans" panose="020B0606030504020204" pitchFamily="34" charset="0"/>
              </a:rPr>
              <a:t>húng tôi sẽ xây dựng một mạng </a:t>
            </a:r>
            <a:r>
              <a:rPr lang="vi-VN" sz="1800" b="0" i="0">
                <a:solidFill>
                  <a:srgbClr val="1B1B1B"/>
                </a:solidFill>
                <a:effectLst/>
                <a:latin typeface="Open Sans" panose="020B0606030504020204" pitchFamily="34" charset="0"/>
              </a:rPr>
              <a:t>Neural Network </a:t>
            </a:r>
            <a:r>
              <a:rPr lang="vi-VN" b="0">
                <a:solidFill>
                  <a:srgbClr val="1B1B1B"/>
                </a:solidFill>
                <a:effectLst/>
                <a:latin typeface="Open Sans" panose="020B0606030504020204" pitchFamily="34" charset="0"/>
              </a:rPr>
              <a:t>chứa 3 lớp được kết nối đầy đủ với Dropout. Lớp thứ nhất và thứ hai có 200 đơn vị nơ-ron với chức năng kích hoạt ReLU và lớp thứ ba tức là lớp đầu ra có một đơn vị nơ-ron duy nhất.</a:t>
            </a:r>
            <a:endParaRPr lang="en-US" b="0">
              <a:solidFill>
                <a:srgbClr val="1B1B1B"/>
              </a:solidFill>
              <a:effectLst/>
              <a:latin typeface="Open Sans" panose="020B0606030504020204" pitchFamily="34" charset="0"/>
            </a:endParaRPr>
          </a:p>
          <a:p>
            <a:pPr marL="285750" indent="-285750" algn="just">
              <a:buFont typeface="Arial" panose="020B0604020202020204" pitchFamily="34" charset="0"/>
              <a:buChar char="•"/>
            </a:pPr>
            <a:r>
              <a:rPr lang="vi-VN" b="0" i="0">
                <a:solidFill>
                  <a:srgbClr val="1B1B1B"/>
                </a:solidFill>
                <a:effectLst/>
                <a:latin typeface="Open Sans" panose="020B0606030504020204" pitchFamily="34" charset="0"/>
              </a:rPr>
              <a:t>Để xây dựng mạng </a:t>
            </a:r>
            <a:r>
              <a:rPr lang="en-US" b="0" i="0">
                <a:solidFill>
                  <a:srgbClr val="1B1B1B"/>
                </a:solidFill>
                <a:effectLst/>
                <a:latin typeface="Open Sans" panose="020B0606030504020204" pitchFamily="34" charset="0"/>
              </a:rPr>
              <a:t>nơ-ron</a:t>
            </a:r>
            <a:r>
              <a:rPr lang="vi-VN" b="0" i="0">
                <a:solidFill>
                  <a:srgbClr val="1B1B1B"/>
                </a:solidFill>
                <a:effectLst/>
                <a:latin typeface="Open Sans" panose="020B0606030504020204" pitchFamily="34" charset="0"/>
              </a:rPr>
              <a:t>, </a:t>
            </a:r>
            <a:r>
              <a:rPr lang="en-US" b="0" i="0">
                <a:solidFill>
                  <a:srgbClr val="1B1B1B"/>
                </a:solidFill>
                <a:effectLst/>
                <a:latin typeface="Open Sans" panose="020B0606030504020204" pitchFamily="34" charset="0"/>
              </a:rPr>
              <a:t>ta </a:t>
            </a:r>
            <a:r>
              <a:rPr lang="vi-VN" b="0" i="0">
                <a:solidFill>
                  <a:srgbClr val="1B1B1B"/>
                </a:solidFill>
                <a:effectLst/>
                <a:latin typeface="Open Sans" panose="020B0606030504020204" pitchFamily="34" charset="0"/>
              </a:rPr>
              <a:t>sử dụng </a:t>
            </a:r>
            <a:r>
              <a:rPr lang="en-US" b="0" i="0">
                <a:solidFill>
                  <a:srgbClr val="1B1B1B"/>
                </a:solidFill>
                <a:effectLst/>
                <a:latin typeface="Open Sans" panose="020B0606030504020204" pitchFamily="34" charset="0"/>
              </a:rPr>
              <a:t>thư viện </a:t>
            </a:r>
            <a:r>
              <a:rPr lang="vi-VN" b="0" i="0">
                <a:solidFill>
                  <a:srgbClr val="1B1B1B"/>
                </a:solidFill>
                <a:effectLst/>
                <a:latin typeface="Open Sans" panose="020B0606030504020204" pitchFamily="34" charset="0"/>
              </a:rPr>
              <a:t>Keras</a:t>
            </a:r>
            <a:r>
              <a:rPr lang="en-US" b="0" i="0">
                <a:solidFill>
                  <a:srgbClr val="1B1B1B"/>
                </a:solidFill>
                <a:effectLst/>
                <a:latin typeface="Open Sans" panose="020B0606030504020204" pitchFamily="34" charset="0"/>
              </a:rPr>
              <a:t> (sẽ giới thiệu dưới đây)</a:t>
            </a:r>
            <a:r>
              <a:rPr lang="vi-VN" b="0" i="0">
                <a:solidFill>
                  <a:srgbClr val="1B1B1B"/>
                </a:solidFill>
                <a:effectLst/>
                <a:latin typeface="Open Sans" panose="020B0606030504020204" pitchFamily="34" charset="0"/>
              </a:rPr>
              <a:t>. Kiểu mô hình sẽ tuần tự, đây là cách dễ nhất để xây dựng mô hình trong Keras. Trong một mô hình tuần tự, mỗi lớp được gán các trọng số theo cách sao cho các trọng số trong lớp tiếp theo, tương ứng với lớp trước đó.</a:t>
            </a:r>
            <a:endParaRPr lang="en-US"/>
          </a:p>
        </p:txBody>
      </p:sp>
    </p:spTree>
    <p:extLst>
      <p:ext uri="{BB962C8B-B14F-4D97-AF65-F5344CB8AC3E}">
        <p14:creationId xmlns:p14="http://schemas.microsoft.com/office/powerpoint/2010/main" val="915248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000" b="1" i="0">
                <a:solidFill>
                  <a:srgbClr val="1B1B1B"/>
                </a:solidFill>
                <a:effectLst/>
                <a:latin typeface="Open Sans" panose="020B0606030504020204" pitchFamily="34" charset="0"/>
              </a:rPr>
              <a:t>Bước 6:</a:t>
            </a:r>
            <a:r>
              <a:rPr lang="vi-VN" sz="2000" b="0" i="0">
                <a:solidFill>
                  <a:srgbClr val="1B1B1B"/>
                </a:solidFill>
                <a:effectLst/>
                <a:latin typeface="Open Sans" panose="020B0606030504020204" pitchFamily="34" charset="0"/>
              </a:rPr>
              <a:t> Xây dựng Neural Network</a:t>
            </a:r>
            <a:endParaRPr lang="en-US" sz="138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43</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444500" y="2706617"/>
            <a:ext cx="8521700" cy="2031325"/>
          </a:xfrm>
          <a:prstGeom prst="rect">
            <a:avLst/>
          </a:prstGeom>
          <a:solidFill>
            <a:schemeClr val="tx2">
              <a:lumMod val="20000"/>
              <a:lumOff val="80000"/>
            </a:schemeClr>
          </a:solidFill>
        </p:spPr>
        <p:txBody>
          <a:bodyPr wrap="square">
            <a:spAutoFit/>
          </a:bodyPr>
          <a:lstStyle/>
          <a:p>
            <a:r>
              <a:rPr lang="en-US" b="0" i="0">
                <a:solidFill>
                  <a:srgbClr val="6A737D"/>
                </a:solidFill>
                <a:effectLst/>
                <a:latin typeface="SFMono-Regular"/>
              </a:rPr>
              <a:t># Adding a Dense layer with 200 neuron units and ReLu activation function</a:t>
            </a:r>
            <a:r>
              <a:rPr lang="en-US" b="0" i="0">
                <a:solidFill>
                  <a:srgbClr val="24292E"/>
                </a:solidFill>
                <a:effectLst/>
                <a:latin typeface="SFMono-Regular"/>
              </a:rPr>
              <a:t> model.add(Dense(units</a:t>
            </a:r>
            <a:r>
              <a:rPr lang="en-US" b="0" i="0">
                <a:solidFill>
                  <a:srgbClr val="D73A49"/>
                </a:solidFill>
                <a:effectLst/>
                <a:latin typeface="SFMono-Regular"/>
              </a:rPr>
              <a:t>=</a:t>
            </a:r>
            <a:r>
              <a:rPr lang="en-US" b="0" i="0">
                <a:solidFill>
                  <a:srgbClr val="005CC5"/>
                </a:solidFill>
                <a:effectLst/>
                <a:latin typeface="SFMono-Regular"/>
              </a:rPr>
              <a:t>200</a:t>
            </a:r>
            <a:r>
              <a:rPr lang="en-US" b="0" i="0">
                <a:solidFill>
                  <a:srgbClr val="24292E"/>
                </a:solidFill>
                <a:effectLst/>
                <a:latin typeface="SFMono-Regular"/>
              </a:rPr>
              <a:t>,</a:t>
            </a:r>
          </a:p>
          <a:p>
            <a:r>
              <a:rPr lang="en-US" b="0" i="0">
                <a:solidFill>
                  <a:srgbClr val="24292E"/>
                </a:solidFill>
                <a:effectLst/>
                <a:latin typeface="SFMono-Regular"/>
              </a:rPr>
              <a:t> input_dim</a:t>
            </a:r>
            <a:r>
              <a:rPr lang="en-US" b="0" i="0">
                <a:solidFill>
                  <a:srgbClr val="D73A49"/>
                </a:solidFill>
                <a:effectLst/>
                <a:latin typeface="SFMono-Regular"/>
              </a:rPr>
              <a:t>=</a:t>
            </a:r>
            <a:r>
              <a:rPr lang="en-US" b="0" i="0">
                <a:solidFill>
                  <a:srgbClr val="005CC5"/>
                </a:solidFill>
                <a:effectLst/>
                <a:latin typeface="SFMono-Regular"/>
              </a:rPr>
              <a:t>29</a:t>
            </a:r>
            <a:r>
              <a:rPr lang="en-US" b="0" i="0">
                <a:solidFill>
                  <a:srgbClr val="24292E"/>
                </a:solidFill>
                <a:effectLst/>
                <a:latin typeface="SFMono-Regular"/>
              </a:rPr>
              <a:t>, </a:t>
            </a:r>
          </a:p>
          <a:p>
            <a:r>
              <a:rPr lang="en-US" b="0" i="0">
                <a:solidFill>
                  <a:srgbClr val="24292E"/>
                </a:solidFill>
                <a:effectLst/>
                <a:latin typeface="SFMono-Regular"/>
              </a:rPr>
              <a:t>kernel_initializer</a:t>
            </a:r>
            <a:r>
              <a:rPr lang="en-US" b="0" i="0">
                <a:solidFill>
                  <a:srgbClr val="D73A49"/>
                </a:solidFill>
                <a:effectLst/>
                <a:latin typeface="SFMono-Regular"/>
              </a:rPr>
              <a:t>=</a:t>
            </a:r>
            <a:r>
              <a:rPr lang="en-US" b="0" i="0">
                <a:solidFill>
                  <a:srgbClr val="032F62"/>
                </a:solidFill>
                <a:effectLst/>
                <a:latin typeface="SFMono-Regular"/>
              </a:rPr>
              <a:t>'uniform’</a:t>
            </a:r>
            <a:r>
              <a:rPr lang="en-US" b="0" i="0">
                <a:solidFill>
                  <a:srgbClr val="24292E"/>
                </a:solidFill>
                <a:effectLst/>
                <a:latin typeface="SFMono-Regular"/>
              </a:rPr>
              <a:t>, </a:t>
            </a:r>
          </a:p>
          <a:p>
            <a:r>
              <a:rPr lang="en-US" b="0" i="0">
                <a:solidFill>
                  <a:srgbClr val="24292E"/>
                </a:solidFill>
                <a:effectLst/>
                <a:latin typeface="SFMono-Regular"/>
              </a:rPr>
              <a:t>activation</a:t>
            </a:r>
            <a:r>
              <a:rPr lang="en-US" b="0" i="0">
                <a:solidFill>
                  <a:srgbClr val="D73A49"/>
                </a:solidFill>
                <a:effectLst/>
                <a:latin typeface="SFMono-Regular"/>
              </a:rPr>
              <a:t>=</a:t>
            </a:r>
            <a:r>
              <a:rPr lang="en-US" b="0" i="0">
                <a:solidFill>
                  <a:srgbClr val="032F62"/>
                </a:solidFill>
                <a:effectLst/>
                <a:latin typeface="SFMono-Regular"/>
              </a:rPr>
              <a:t>'relu’</a:t>
            </a:r>
            <a:r>
              <a:rPr lang="en-US" b="0" i="0">
                <a:solidFill>
                  <a:srgbClr val="24292E"/>
                </a:solidFill>
                <a:effectLst/>
                <a:latin typeface="SFMono-Regular"/>
              </a:rPr>
              <a:t>)) </a:t>
            </a:r>
          </a:p>
          <a:p>
            <a:r>
              <a:rPr lang="en-US" b="0" i="0">
                <a:solidFill>
                  <a:srgbClr val="6A737D"/>
                </a:solidFill>
                <a:effectLst/>
                <a:latin typeface="SFMono-Regular"/>
              </a:rPr>
              <a:t># Add Dropout</a:t>
            </a:r>
            <a:r>
              <a:rPr lang="en-US" b="0" i="0">
                <a:solidFill>
                  <a:srgbClr val="24292E"/>
                </a:solidFill>
                <a:effectLst/>
                <a:latin typeface="SFMono-Regular"/>
              </a:rPr>
              <a:t> </a:t>
            </a:r>
          </a:p>
          <a:p>
            <a:r>
              <a:rPr lang="en-US" b="0" i="0">
                <a:solidFill>
                  <a:srgbClr val="24292E"/>
                </a:solidFill>
                <a:effectLst/>
                <a:latin typeface="SFMono-Regular"/>
              </a:rPr>
              <a:t>model.add(Dropout(</a:t>
            </a:r>
            <a:r>
              <a:rPr lang="en-US" b="0" i="0">
                <a:solidFill>
                  <a:srgbClr val="005CC5"/>
                </a:solidFill>
                <a:effectLst/>
                <a:latin typeface="SFMono-Regular"/>
              </a:rPr>
              <a:t>0.5</a:t>
            </a:r>
            <a:r>
              <a:rPr lang="en-US" b="0" i="0">
                <a:solidFill>
                  <a:srgbClr val="24292E"/>
                </a:solidFill>
                <a:effectLst/>
                <a:latin typeface="SFMono-Regular"/>
              </a:rPr>
              <a:t>))</a:t>
            </a:r>
            <a:endParaRPr lang="en-US"/>
          </a:p>
        </p:txBody>
      </p:sp>
      <p:sp>
        <p:nvSpPr>
          <p:cNvPr id="16" name="TextBox 15">
            <a:extLst>
              <a:ext uri="{FF2B5EF4-FFF2-40B4-BE49-F238E27FC236}">
                <a16:creationId xmlns:a16="http://schemas.microsoft.com/office/drawing/2014/main" id="{503D5344-80D0-498A-AEDC-E2A023B647B9}"/>
              </a:ext>
            </a:extLst>
          </p:cNvPr>
          <p:cNvSpPr txBox="1"/>
          <p:nvPr/>
        </p:nvSpPr>
        <p:spPr>
          <a:xfrm>
            <a:off x="762000" y="1285639"/>
            <a:ext cx="8026400" cy="1200329"/>
          </a:xfrm>
          <a:prstGeom prst="rect">
            <a:avLst/>
          </a:prstGeom>
          <a:noFill/>
        </p:spPr>
        <p:txBody>
          <a:bodyPr wrap="square">
            <a:spAutoFit/>
          </a:bodyPr>
          <a:lstStyle/>
          <a:p>
            <a:pPr marL="285750" indent="-285750" algn="just">
              <a:buFont typeface="Arial" panose="020B0604020202020204" pitchFamily="34" charset="0"/>
              <a:buChar char="•"/>
            </a:pPr>
            <a:r>
              <a:rPr lang="vi-VN" b="0" i="0">
                <a:solidFill>
                  <a:srgbClr val="1B1B1B"/>
                </a:solidFill>
                <a:effectLst/>
                <a:latin typeface="Open Sans" panose="020B0606030504020204" pitchFamily="34" charset="0"/>
              </a:rPr>
              <a:t>Tiếp theo, chúng ta sẽ sử dụng hàm add () để thêm các Dense Layers. "Dense" là loại lớp cơ bản nhất hoạt động cho hầu hết các trường hợp. Tất cả các nút trong một lớp dày đặc được thiết kế sao cho các nút trong lớp trước kết nối với các nút trong lớp hiện tại.</a:t>
            </a:r>
            <a:endParaRPr lang="en-US"/>
          </a:p>
        </p:txBody>
      </p:sp>
    </p:spTree>
    <p:extLst>
      <p:ext uri="{BB962C8B-B14F-4D97-AF65-F5344CB8AC3E}">
        <p14:creationId xmlns:p14="http://schemas.microsoft.com/office/powerpoint/2010/main" val="1885066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6:</a:t>
            </a:r>
            <a:r>
              <a:rPr lang="vi-VN" sz="2400" b="0" i="0">
                <a:solidFill>
                  <a:srgbClr val="1B1B1B"/>
                </a:solidFill>
                <a:effectLst/>
                <a:latin typeface="Open Sans" panose="020B0606030504020204" pitchFamily="34" charset="0"/>
              </a:rPr>
              <a:t> Xây dựng Neural Network</a:t>
            </a:r>
            <a:endParaRPr lang="en-US" sz="166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44</a:t>
            </a:fld>
            <a:r>
              <a:rPr lang="en-US"/>
              <a:t>/</a:t>
            </a:r>
          </a:p>
        </p:txBody>
      </p:sp>
      <p:sp>
        <p:nvSpPr>
          <p:cNvPr id="10" name="TextBox 9">
            <a:extLst>
              <a:ext uri="{FF2B5EF4-FFF2-40B4-BE49-F238E27FC236}">
                <a16:creationId xmlns:a16="http://schemas.microsoft.com/office/drawing/2014/main" id="{D05E6F8E-75F6-4B96-A547-1080CE1D3D83}"/>
              </a:ext>
            </a:extLst>
          </p:cNvPr>
          <p:cNvSpPr txBox="1"/>
          <p:nvPr/>
        </p:nvSpPr>
        <p:spPr>
          <a:xfrm>
            <a:off x="178352" y="1295400"/>
            <a:ext cx="8521700" cy="5078313"/>
          </a:xfrm>
          <a:prstGeom prst="rect">
            <a:avLst/>
          </a:prstGeom>
          <a:solidFill>
            <a:schemeClr val="tx2">
              <a:lumMod val="20000"/>
              <a:lumOff val="80000"/>
            </a:schemeClr>
          </a:solidFill>
        </p:spPr>
        <p:txBody>
          <a:bodyPr wrap="square">
            <a:spAutoFit/>
          </a:bodyPr>
          <a:lstStyle/>
          <a:p>
            <a:r>
              <a:rPr lang="en-US" sz="1200" b="0" i="0">
                <a:solidFill>
                  <a:srgbClr val="6A737D"/>
                </a:solidFill>
                <a:effectLst/>
                <a:latin typeface="SFMono-Regular"/>
              </a:rPr>
              <a:t># Second Dense layer with 200 neuron units and ReLu activation function</a:t>
            </a:r>
            <a:r>
              <a:rPr lang="en-US" sz="1200" b="0" i="0">
                <a:solidFill>
                  <a:srgbClr val="24292E"/>
                </a:solidFill>
                <a:effectLst/>
                <a:latin typeface="SFMono-Regular"/>
              </a:rPr>
              <a:t> model.add(Dense(units</a:t>
            </a:r>
            <a:r>
              <a:rPr lang="en-US" sz="1200" b="0" i="0">
                <a:solidFill>
                  <a:srgbClr val="D73A49"/>
                </a:solidFill>
                <a:effectLst/>
                <a:latin typeface="SFMono-Regular"/>
              </a:rPr>
              <a:t>=</a:t>
            </a:r>
            <a:r>
              <a:rPr lang="en-US" sz="1200" b="0" i="0">
                <a:solidFill>
                  <a:srgbClr val="005CC5"/>
                </a:solidFill>
                <a:effectLst/>
                <a:latin typeface="SFMono-Regular"/>
              </a:rPr>
              <a:t>200</a:t>
            </a:r>
            <a:r>
              <a:rPr lang="en-US" sz="1200" b="0" i="0">
                <a:solidFill>
                  <a:srgbClr val="24292E"/>
                </a:solidFill>
                <a:effectLst/>
                <a:latin typeface="SFMono-Regular"/>
              </a:rPr>
              <a:t>, </a:t>
            </a:r>
          </a:p>
          <a:p>
            <a:r>
              <a:rPr lang="en-US" sz="1200" b="0" i="0">
                <a:solidFill>
                  <a:srgbClr val="24292E"/>
                </a:solidFill>
                <a:effectLst/>
                <a:latin typeface="SFMono-Regular"/>
              </a:rPr>
              <a:t>kernel_initializer</a:t>
            </a:r>
            <a:r>
              <a:rPr lang="en-US" sz="1200" b="0" i="0">
                <a:solidFill>
                  <a:srgbClr val="D73A49"/>
                </a:solidFill>
                <a:effectLst/>
                <a:latin typeface="SFMono-Regular"/>
              </a:rPr>
              <a:t>=</a:t>
            </a:r>
            <a:r>
              <a:rPr lang="en-US" sz="1200" b="0" i="0">
                <a:solidFill>
                  <a:srgbClr val="032F62"/>
                </a:solidFill>
                <a:effectLst/>
                <a:latin typeface="SFMono-Regular"/>
              </a:rPr>
              <a:t>'uniform’</a:t>
            </a:r>
            <a:r>
              <a:rPr lang="en-US" sz="1200" b="0" i="0">
                <a:solidFill>
                  <a:srgbClr val="24292E"/>
                </a:solidFill>
                <a:effectLst/>
                <a:latin typeface="SFMono-Regular"/>
              </a:rPr>
              <a:t>,</a:t>
            </a:r>
          </a:p>
          <a:p>
            <a:r>
              <a:rPr lang="en-US" sz="1200" b="0" i="0">
                <a:solidFill>
                  <a:srgbClr val="24292E"/>
                </a:solidFill>
                <a:effectLst/>
                <a:latin typeface="SFMono-Regular"/>
              </a:rPr>
              <a:t> activation</a:t>
            </a:r>
            <a:r>
              <a:rPr lang="en-US" sz="1200" b="0" i="0">
                <a:solidFill>
                  <a:srgbClr val="D73A49"/>
                </a:solidFill>
                <a:effectLst/>
                <a:latin typeface="SFMono-Regular"/>
              </a:rPr>
              <a:t>=</a:t>
            </a:r>
            <a:r>
              <a:rPr lang="en-US" sz="1200" b="0" i="0">
                <a:solidFill>
                  <a:srgbClr val="032F62"/>
                </a:solidFill>
                <a:effectLst/>
                <a:latin typeface="SFMono-Regular"/>
              </a:rPr>
              <a:t>'relu’</a:t>
            </a:r>
            <a:r>
              <a:rPr lang="en-US" sz="1200" b="0" i="0">
                <a:solidFill>
                  <a:srgbClr val="24292E"/>
                </a:solidFill>
                <a:effectLst/>
                <a:latin typeface="SFMono-Regular"/>
              </a:rPr>
              <a:t>)) </a:t>
            </a:r>
          </a:p>
          <a:p>
            <a:r>
              <a:rPr lang="en-US" sz="1200" b="0" i="0">
                <a:solidFill>
                  <a:srgbClr val="6A737D"/>
                </a:solidFill>
                <a:effectLst/>
                <a:latin typeface="SFMono-Regular"/>
              </a:rPr>
              <a:t># Add Dropout</a:t>
            </a:r>
            <a:r>
              <a:rPr lang="en-US" sz="1200" b="0" i="0">
                <a:solidFill>
                  <a:srgbClr val="24292E"/>
                </a:solidFill>
                <a:effectLst/>
                <a:latin typeface="SFMono-Regular"/>
              </a:rPr>
              <a:t> </a:t>
            </a:r>
          </a:p>
          <a:p>
            <a:r>
              <a:rPr lang="en-US" sz="1200" b="0" i="0">
                <a:solidFill>
                  <a:srgbClr val="24292E"/>
                </a:solidFill>
                <a:effectLst/>
                <a:latin typeface="SFMono-Regular"/>
              </a:rPr>
              <a:t>model.add(Dropout(</a:t>
            </a:r>
            <a:r>
              <a:rPr lang="en-US" sz="1200" b="0" i="0">
                <a:solidFill>
                  <a:srgbClr val="005CC5"/>
                </a:solidFill>
                <a:effectLst/>
                <a:latin typeface="SFMono-Regular"/>
              </a:rPr>
              <a:t>0.5</a:t>
            </a:r>
            <a:r>
              <a:rPr lang="en-US" sz="1200" b="0" i="0">
                <a:solidFill>
                  <a:srgbClr val="24292E"/>
                </a:solidFill>
                <a:effectLst/>
                <a:latin typeface="SFMono-Regular"/>
              </a:rPr>
              <a:t>)) </a:t>
            </a:r>
          </a:p>
          <a:p>
            <a:r>
              <a:rPr lang="en-US" sz="1200" b="0" i="0">
                <a:solidFill>
                  <a:srgbClr val="6A737D"/>
                </a:solidFill>
                <a:effectLst/>
                <a:latin typeface="SFMono-Regular"/>
              </a:rPr>
              <a:t># The output layer with 1 neuron unit and Sigmoid activation function</a:t>
            </a:r>
            <a:r>
              <a:rPr lang="en-US" sz="1200" b="0" i="0">
                <a:solidFill>
                  <a:srgbClr val="24292E"/>
                </a:solidFill>
                <a:effectLst/>
                <a:latin typeface="SFMono-Regular"/>
              </a:rPr>
              <a:t> </a:t>
            </a:r>
          </a:p>
          <a:p>
            <a:r>
              <a:rPr lang="en-US" sz="1200" b="0" i="0">
                <a:solidFill>
                  <a:srgbClr val="24292E"/>
                </a:solidFill>
                <a:effectLst/>
                <a:latin typeface="SFMono-Regular"/>
              </a:rPr>
              <a:t>model.add(Dense(units</a:t>
            </a:r>
            <a:r>
              <a:rPr lang="en-US" sz="1200" b="0" i="0">
                <a:solidFill>
                  <a:srgbClr val="D73A49"/>
                </a:solidFill>
                <a:effectLst/>
                <a:latin typeface="SFMono-Regular"/>
              </a:rPr>
              <a:t>=</a:t>
            </a:r>
            <a:r>
              <a:rPr lang="en-US" sz="1200" b="0" i="0">
                <a:solidFill>
                  <a:srgbClr val="005CC5"/>
                </a:solidFill>
                <a:effectLst/>
                <a:latin typeface="SFMono-Regular"/>
              </a:rPr>
              <a:t>1</a:t>
            </a:r>
            <a:r>
              <a:rPr lang="en-US" sz="1200" b="0" i="0">
                <a:solidFill>
                  <a:srgbClr val="24292E"/>
                </a:solidFill>
                <a:effectLst/>
                <a:latin typeface="SFMono-Regular"/>
              </a:rPr>
              <a:t>, </a:t>
            </a:r>
          </a:p>
          <a:p>
            <a:r>
              <a:rPr lang="en-US" sz="1200" b="0" i="0">
                <a:solidFill>
                  <a:srgbClr val="24292E"/>
                </a:solidFill>
                <a:effectLst/>
                <a:latin typeface="SFMono-Regular"/>
              </a:rPr>
              <a:t>kernel_initializer</a:t>
            </a:r>
            <a:r>
              <a:rPr lang="en-US" sz="1200" b="0" i="0">
                <a:solidFill>
                  <a:srgbClr val="D73A49"/>
                </a:solidFill>
                <a:effectLst/>
                <a:latin typeface="SFMono-Regular"/>
              </a:rPr>
              <a:t>=</a:t>
            </a:r>
            <a:r>
              <a:rPr lang="en-US" sz="1200" b="0" i="0">
                <a:solidFill>
                  <a:srgbClr val="032F62"/>
                </a:solidFill>
                <a:effectLst/>
                <a:latin typeface="SFMono-Regular"/>
              </a:rPr>
              <a:t>'uniform’</a:t>
            </a:r>
            <a:r>
              <a:rPr lang="en-US" sz="1200" b="0" i="0">
                <a:solidFill>
                  <a:srgbClr val="24292E"/>
                </a:solidFill>
                <a:effectLst/>
                <a:latin typeface="SFMono-Regular"/>
              </a:rPr>
              <a:t>, </a:t>
            </a:r>
          </a:p>
          <a:p>
            <a:r>
              <a:rPr lang="en-US" sz="1200" b="0" i="0">
                <a:solidFill>
                  <a:srgbClr val="24292E"/>
                </a:solidFill>
                <a:effectLst/>
                <a:latin typeface="SFMono-Regular"/>
              </a:rPr>
              <a:t>activation</a:t>
            </a:r>
            <a:r>
              <a:rPr lang="en-US" sz="1200" b="0" i="0">
                <a:solidFill>
                  <a:srgbClr val="D73A49"/>
                </a:solidFill>
                <a:effectLst/>
                <a:latin typeface="SFMono-Regular"/>
              </a:rPr>
              <a:t>=</a:t>
            </a:r>
            <a:r>
              <a:rPr lang="en-US" sz="1200" b="0" i="0">
                <a:solidFill>
                  <a:srgbClr val="032F62"/>
                </a:solidFill>
                <a:effectLst/>
                <a:latin typeface="SFMono-Regular"/>
              </a:rPr>
              <a:t>'sigmoid’</a:t>
            </a:r>
            <a:r>
              <a:rPr lang="en-US" sz="1200" b="0" i="0">
                <a:solidFill>
                  <a:srgbClr val="24292E"/>
                </a:solidFill>
                <a:effectLst/>
                <a:latin typeface="SFMono-Regular"/>
              </a:rPr>
              <a:t>)) </a:t>
            </a:r>
          </a:p>
          <a:p>
            <a:r>
              <a:rPr lang="en-US" sz="1200" b="0" i="0">
                <a:solidFill>
                  <a:srgbClr val="6A737D"/>
                </a:solidFill>
                <a:effectLst/>
                <a:latin typeface="SFMono-Regular"/>
              </a:rPr>
              <a:t># Display the model summary</a:t>
            </a:r>
            <a:r>
              <a:rPr lang="en-US" sz="1200" b="0" i="0">
                <a:solidFill>
                  <a:srgbClr val="24292E"/>
                </a:solidFill>
                <a:effectLst/>
                <a:latin typeface="SFMono-Regular"/>
              </a:rPr>
              <a:t> </a:t>
            </a:r>
          </a:p>
          <a:p>
            <a:r>
              <a:rPr lang="en-US" sz="1200" b="0" i="0">
                <a:solidFill>
                  <a:srgbClr val="D73A49"/>
                </a:solidFill>
                <a:effectLst/>
                <a:latin typeface="SFMono-Regular"/>
              </a:rPr>
              <a:t>print</a:t>
            </a:r>
            <a:r>
              <a:rPr lang="en-US" sz="1200" b="0" i="0">
                <a:solidFill>
                  <a:srgbClr val="24292E"/>
                </a:solidFill>
                <a:effectLst/>
                <a:latin typeface="SFMono-Regular"/>
              </a:rPr>
              <a:t>(model.summary()) </a:t>
            </a:r>
          </a:p>
          <a:p>
            <a:endParaRPr lang="en-US" sz="1200">
              <a:solidFill>
                <a:srgbClr val="24292E"/>
              </a:solidFill>
              <a:latin typeface="SFMono-Regular"/>
            </a:endParaRPr>
          </a:p>
          <a:p>
            <a:r>
              <a:rPr lang="en-US" sz="1200" b="0" i="0">
                <a:solidFill>
                  <a:srgbClr val="24292E"/>
                </a:solidFill>
                <a:effectLst/>
                <a:latin typeface="SFMono-Regular"/>
              </a:rPr>
              <a:t>Layer (type) Output Shape Param </a:t>
            </a:r>
            <a:r>
              <a:rPr lang="en-US" sz="1200" b="0" i="0">
                <a:solidFill>
                  <a:srgbClr val="6A737D"/>
                </a:solidFill>
                <a:effectLst/>
                <a:latin typeface="SFMono-Regular"/>
              </a:rPr>
              <a:t>#</a:t>
            </a:r>
            <a:r>
              <a:rPr lang="en-US" sz="1200" b="0" i="0">
                <a:solidFill>
                  <a:srgbClr val="24292E"/>
                </a:solidFill>
                <a:effectLst/>
                <a:latin typeface="SFMono-Regular"/>
              </a:rPr>
              <a:t> </a:t>
            </a:r>
          </a:p>
          <a:p>
            <a:r>
              <a:rPr lang="en-US" sz="1200" b="0" i="0">
                <a:solidFill>
                  <a:srgbClr val="D73A49"/>
                </a:solidFill>
                <a:effectLst/>
                <a:latin typeface="SFMono-Regular"/>
              </a:rPr>
              <a:t>=================================================================</a:t>
            </a:r>
            <a:r>
              <a:rPr lang="en-US" sz="1200" b="0" i="0">
                <a:solidFill>
                  <a:srgbClr val="24292E"/>
                </a:solidFill>
                <a:effectLst/>
                <a:latin typeface="SFMono-Regular"/>
              </a:rPr>
              <a:t> </a:t>
            </a:r>
          </a:p>
          <a:p>
            <a:r>
              <a:rPr lang="en-US" sz="1200" b="0" i="0">
                <a:solidFill>
                  <a:srgbClr val="24292E"/>
                </a:solidFill>
                <a:effectLst/>
                <a:latin typeface="SFMono-Regular"/>
              </a:rPr>
              <a:t>dense_1 (Dense) (</a:t>
            </a:r>
            <a:r>
              <a:rPr lang="en-US" sz="1200" b="0" i="0">
                <a:solidFill>
                  <a:srgbClr val="005CC5"/>
                </a:solidFill>
                <a:effectLst/>
                <a:latin typeface="SFMono-Regular"/>
              </a:rPr>
              <a:t>None</a:t>
            </a:r>
            <a:r>
              <a:rPr lang="en-US" sz="1200" b="0" i="0">
                <a:solidFill>
                  <a:srgbClr val="24292E"/>
                </a:solidFill>
                <a:effectLst/>
                <a:latin typeface="SFMono-Regular"/>
              </a:rPr>
              <a:t>, </a:t>
            </a:r>
            <a:r>
              <a:rPr lang="en-US" sz="1200" b="0" i="0">
                <a:solidFill>
                  <a:srgbClr val="005CC5"/>
                </a:solidFill>
                <a:effectLst/>
                <a:latin typeface="SFMono-Regular"/>
              </a:rPr>
              <a:t>200</a:t>
            </a:r>
            <a:r>
              <a:rPr lang="en-US" sz="1200" b="0" i="0">
                <a:solidFill>
                  <a:srgbClr val="24292E"/>
                </a:solidFill>
                <a:effectLst/>
                <a:latin typeface="SFMono-Regular"/>
              </a:rPr>
              <a:t>) </a:t>
            </a:r>
            <a:r>
              <a:rPr lang="en-US" sz="1200" b="0" i="0">
                <a:solidFill>
                  <a:srgbClr val="005CC5"/>
                </a:solidFill>
                <a:effectLst/>
                <a:latin typeface="SFMono-Regular"/>
              </a:rPr>
              <a:t>6000</a:t>
            </a:r>
          </a:p>
          <a:p>
            <a:r>
              <a:rPr lang="en-US" sz="1200" b="0" i="0">
                <a:solidFill>
                  <a:srgbClr val="24292E"/>
                </a:solidFill>
                <a:effectLst/>
                <a:latin typeface="SFMono-Regular"/>
              </a:rPr>
              <a:t> _________________________________________________________________ </a:t>
            </a:r>
          </a:p>
          <a:p>
            <a:r>
              <a:rPr lang="en-US" sz="1200" b="0" i="0">
                <a:solidFill>
                  <a:srgbClr val="24292E"/>
                </a:solidFill>
                <a:effectLst/>
                <a:latin typeface="SFMono-Regular"/>
              </a:rPr>
              <a:t>dropout_1 (Dropout) (</a:t>
            </a:r>
            <a:r>
              <a:rPr lang="en-US" sz="1200" b="0" i="0">
                <a:solidFill>
                  <a:srgbClr val="005CC5"/>
                </a:solidFill>
                <a:effectLst/>
                <a:latin typeface="SFMono-Regular"/>
              </a:rPr>
              <a:t>None</a:t>
            </a:r>
            <a:r>
              <a:rPr lang="en-US" sz="1200" b="0" i="0">
                <a:solidFill>
                  <a:srgbClr val="24292E"/>
                </a:solidFill>
                <a:effectLst/>
                <a:latin typeface="SFMono-Regular"/>
              </a:rPr>
              <a:t>, </a:t>
            </a:r>
            <a:r>
              <a:rPr lang="en-US" sz="1200" b="0" i="0">
                <a:solidFill>
                  <a:srgbClr val="005CC5"/>
                </a:solidFill>
                <a:effectLst/>
                <a:latin typeface="SFMono-Regular"/>
              </a:rPr>
              <a:t>200</a:t>
            </a:r>
            <a:r>
              <a:rPr lang="en-US" sz="1200" b="0" i="0">
                <a:solidFill>
                  <a:srgbClr val="24292E"/>
                </a:solidFill>
                <a:effectLst/>
                <a:latin typeface="SFMono-Regular"/>
              </a:rPr>
              <a:t>) </a:t>
            </a:r>
            <a:r>
              <a:rPr lang="en-US" sz="1200" b="0" i="0">
                <a:solidFill>
                  <a:srgbClr val="005CC5"/>
                </a:solidFill>
                <a:effectLst/>
                <a:latin typeface="SFMono-Regular"/>
              </a:rPr>
              <a:t>0</a:t>
            </a:r>
            <a:r>
              <a:rPr lang="en-US" sz="1200" b="0" i="0">
                <a:solidFill>
                  <a:srgbClr val="24292E"/>
                </a:solidFill>
                <a:effectLst/>
                <a:latin typeface="SFMono-Regular"/>
              </a:rPr>
              <a:t> </a:t>
            </a:r>
          </a:p>
          <a:p>
            <a:r>
              <a:rPr lang="en-US" sz="1200" b="0" i="0">
                <a:solidFill>
                  <a:srgbClr val="24292E"/>
                </a:solidFill>
                <a:effectLst/>
                <a:latin typeface="SFMono-Regular"/>
              </a:rPr>
              <a:t>_________________________________________________________________ </a:t>
            </a:r>
          </a:p>
          <a:p>
            <a:r>
              <a:rPr lang="en-US" sz="1200" b="0" i="0">
                <a:solidFill>
                  <a:srgbClr val="24292E"/>
                </a:solidFill>
                <a:effectLst/>
                <a:latin typeface="SFMono-Regular"/>
              </a:rPr>
              <a:t>dense_2 (Dense) (</a:t>
            </a:r>
            <a:r>
              <a:rPr lang="en-US" sz="1200" b="0" i="0">
                <a:solidFill>
                  <a:srgbClr val="005CC5"/>
                </a:solidFill>
                <a:effectLst/>
                <a:latin typeface="SFMono-Regular"/>
              </a:rPr>
              <a:t>None</a:t>
            </a:r>
            <a:r>
              <a:rPr lang="en-US" sz="1200" b="0" i="0">
                <a:solidFill>
                  <a:srgbClr val="24292E"/>
                </a:solidFill>
                <a:effectLst/>
                <a:latin typeface="SFMono-Regular"/>
              </a:rPr>
              <a:t>, </a:t>
            </a:r>
            <a:r>
              <a:rPr lang="en-US" sz="1200" b="0" i="0">
                <a:solidFill>
                  <a:srgbClr val="005CC5"/>
                </a:solidFill>
                <a:effectLst/>
                <a:latin typeface="SFMono-Regular"/>
              </a:rPr>
              <a:t>200</a:t>
            </a:r>
            <a:r>
              <a:rPr lang="en-US" sz="1200" b="0" i="0">
                <a:solidFill>
                  <a:srgbClr val="24292E"/>
                </a:solidFill>
                <a:effectLst/>
                <a:latin typeface="SFMono-Regular"/>
              </a:rPr>
              <a:t>) </a:t>
            </a:r>
            <a:r>
              <a:rPr lang="en-US" sz="1200" b="0" i="0">
                <a:solidFill>
                  <a:srgbClr val="005CC5"/>
                </a:solidFill>
                <a:effectLst/>
                <a:latin typeface="SFMono-Regular"/>
              </a:rPr>
              <a:t>40200</a:t>
            </a:r>
            <a:r>
              <a:rPr lang="en-US" sz="1200" b="0" i="0">
                <a:solidFill>
                  <a:srgbClr val="24292E"/>
                </a:solidFill>
                <a:effectLst/>
                <a:latin typeface="SFMono-Regular"/>
              </a:rPr>
              <a:t> </a:t>
            </a:r>
          </a:p>
          <a:p>
            <a:r>
              <a:rPr lang="en-US" sz="1200" b="0" i="0">
                <a:solidFill>
                  <a:srgbClr val="24292E"/>
                </a:solidFill>
                <a:effectLst/>
                <a:latin typeface="SFMono-Regular"/>
              </a:rPr>
              <a:t>_________________________________________________________________ </a:t>
            </a:r>
          </a:p>
          <a:p>
            <a:r>
              <a:rPr lang="en-US" sz="1200" b="0" i="0">
                <a:solidFill>
                  <a:srgbClr val="24292E"/>
                </a:solidFill>
                <a:effectLst/>
                <a:latin typeface="SFMono-Regular"/>
              </a:rPr>
              <a:t>dropout_2 (Dropout) (</a:t>
            </a:r>
            <a:r>
              <a:rPr lang="en-US" sz="1200" b="0" i="0">
                <a:solidFill>
                  <a:srgbClr val="005CC5"/>
                </a:solidFill>
                <a:effectLst/>
                <a:latin typeface="SFMono-Regular"/>
              </a:rPr>
              <a:t>None</a:t>
            </a:r>
            <a:r>
              <a:rPr lang="en-US" sz="1200" b="0" i="0">
                <a:solidFill>
                  <a:srgbClr val="24292E"/>
                </a:solidFill>
                <a:effectLst/>
                <a:latin typeface="SFMono-Regular"/>
              </a:rPr>
              <a:t>, </a:t>
            </a:r>
            <a:r>
              <a:rPr lang="en-US" sz="1200" b="0" i="0">
                <a:solidFill>
                  <a:srgbClr val="005CC5"/>
                </a:solidFill>
                <a:effectLst/>
                <a:latin typeface="SFMono-Regular"/>
              </a:rPr>
              <a:t>200</a:t>
            </a:r>
            <a:r>
              <a:rPr lang="en-US" sz="1200" b="0" i="0">
                <a:solidFill>
                  <a:srgbClr val="24292E"/>
                </a:solidFill>
                <a:effectLst/>
                <a:latin typeface="SFMono-Regular"/>
              </a:rPr>
              <a:t>) </a:t>
            </a:r>
            <a:r>
              <a:rPr lang="en-US" sz="1200" b="0" i="0">
                <a:solidFill>
                  <a:srgbClr val="005CC5"/>
                </a:solidFill>
                <a:effectLst/>
                <a:latin typeface="SFMono-Regular"/>
              </a:rPr>
              <a:t>0</a:t>
            </a:r>
            <a:r>
              <a:rPr lang="en-US" sz="1200" b="0" i="0">
                <a:solidFill>
                  <a:srgbClr val="24292E"/>
                </a:solidFill>
                <a:effectLst/>
                <a:latin typeface="SFMono-Regular"/>
              </a:rPr>
              <a:t> </a:t>
            </a:r>
          </a:p>
          <a:p>
            <a:r>
              <a:rPr lang="en-US" sz="1200" b="0" i="0">
                <a:solidFill>
                  <a:srgbClr val="24292E"/>
                </a:solidFill>
                <a:effectLst/>
                <a:latin typeface="SFMono-Regular"/>
              </a:rPr>
              <a:t>_________________________________________________________________ </a:t>
            </a:r>
          </a:p>
          <a:p>
            <a:r>
              <a:rPr lang="en-US" sz="1200" b="0" i="0">
                <a:solidFill>
                  <a:srgbClr val="24292E"/>
                </a:solidFill>
                <a:effectLst/>
                <a:latin typeface="SFMono-Regular"/>
              </a:rPr>
              <a:t>dense_3 (Dense) (</a:t>
            </a:r>
            <a:r>
              <a:rPr lang="en-US" sz="1200" b="0" i="0">
                <a:solidFill>
                  <a:srgbClr val="005CC5"/>
                </a:solidFill>
                <a:effectLst/>
                <a:latin typeface="SFMono-Regular"/>
              </a:rPr>
              <a:t>None</a:t>
            </a:r>
            <a:r>
              <a:rPr lang="en-US" sz="1200" b="0" i="0">
                <a:solidFill>
                  <a:srgbClr val="24292E"/>
                </a:solidFill>
                <a:effectLst/>
                <a:latin typeface="SFMono-Regular"/>
              </a:rPr>
              <a:t>, </a:t>
            </a:r>
            <a:r>
              <a:rPr lang="en-US" sz="1200" b="0" i="0">
                <a:solidFill>
                  <a:srgbClr val="005CC5"/>
                </a:solidFill>
                <a:effectLst/>
                <a:latin typeface="SFMono-Regular"/>
              </a:rPr>
              <a:t>1</a:t>
            </a:r>
            <a:r>
              <a:rPr lang="en-US" sz="1200" b="0" i="0">
                <a:solidFill>
                  <a:srgbClr val="24292E"/>
                </a:solidFill>
                <a:effectLst/>
                <a:latin typeface="SFMono-Regular"/>
              </a:rPr>
              <a:t>) </a:t>
            </a:r>
            <a:r>
              <a:rPr lang="en-US" sz="1200" b="0" i="0">
                <a:solidFill>
                  <a:srgbClr val="005CC5"/>
                </a:solidFill>
                <a:effectLst/>
                <a:latin typeface="SFMono-Regular"/>
              </a:rPr>
              <a:t>201</a:t>
            </a:r>
            <a:r>
              <a:rPr lang="en-US" sz="1200" b="0" i="0">
                <a:solidFill>
                  <a:srgbClr val="24292E"/>
                </a:solidFill>
                <a:effectLst/>
                <a:latin typeface="SFMono-Regular"/>
              </a:rPr>
              <a:t> </a:t>
            </a:r>
          </a:p>
          <a:p>
            <a:r>
              <a:rPr lang="en-US" sz="1200" b="0" i="0">
                <a:solidFill>
                  <a:srgbClr val="D73A49"/>
                </a:solidFill>
                <a:effectLst/>
                <a:latin typeface="SFMono-Regular"/>
              </a:rPr>
              <a:t>=================================================================</a:t>
            </a:r>
            <a:r>
              <a:rPr lang="en-US" sz="1200" b="0" i="0">
                <a:solidFill>
                  <a:srgbClr val="24292E"/>
                </a:solidFill>
                <a:effectLst/>
                <a:latin typeface="SFMono-Regular"/>
              </a:rPr>
              <a:t> </a:t>
            </a:r>
          </a:p>
          <a:p>
            <a:r>
              <a:rPr lang="en-US" sz="1200" b="0" i="0">
                <a:solidFill>
                  <a:srgbClr val="24292E"/>
                </a:solidFill>
                <a:effectLst/>
                <a:latin typeface="SFMono-Regular"/>
              </a:rPr>
              <a:t>Total params: </a:t>
            </a:r>
            <a:r>
              <a:rPr lang="en-US" sz="1200" b="0" i="0">
                <a:solidFill>
                  <a:srgbClr val="005CC5"/>
                </a:solidFill>
                <a:effectLst/>
                <a:latin typeface="SFMono-Regular"/>
              </a:rPr>
              <a:t>46</a:t>
            </a:r>
            <a:r>
              <a:rPr lang="en-US" sz="1200" b="0" i="0">
                <a:solidFill>
                  <a:srgbClr val="24292E"/>
                </a:solidFill>
                <a:effectLst/>
                <a:latin typeface="SFMono-Regular"/>
              </a:rPr>
              <a:t>,</a:t>
            </a:r>
            <a:r>
              <a:rPr lang="en-US" sz="1200" b="0" i="0">
                <a:solidFill>
                  <a:srgbClr val="005CC5"/>
                </a:solidFill>
                <a:effectLst/>
                <a:latin typeface="SFMono-Regular"/>
              </a:rPr>
              <a:t>401</a:t>
            </a:r>
            <a:r>
              <a:rPr lang="en-US" sz="1200" b="0" i="0">
                <a:solidFill>
                  <a:srgbClr val="24292E"/>
                </a:solidFill>
                <a:effectLst/>
                <a:latin typeface="SFMono-Regular"/>
              </a:rPr>
              <a:t> </a:t>
            </a:r>
          </a:p>
          <a:p>
            <a:r>
              <a:rPr lang="en-US" sz="1200" b="0" i="0">
                <a:solidFill>
                  <a:srgbClr val="24292E"/>
                </a:solidFill>
                <a:effectLst/>
                <a:latin typeface="SFMono-Regular"/>
              </a:rPr>
              <a:t>Trainable params: </a:t>
            </a:r>
            <a:r>
              <a:rPr lang="en-US" sz="1200" b="0" i="0">
                <a:solidFill>
                  <a:srgbClr val="005CC5"/>
                </a:solidFill>
                <a:effectLst/>
                <a:latin typeface="SFMono-Regular"/>
              </a:rPr>
              <a:t>46</a:t>
            </a:r>
            <a:r>
              <a:rPr lang="en-US" sz="1200" b="0" i="0">
                <a:solidFill>
                  <a:srgbClr val="24292E"/>
                </a:solidFill>
                <a:effectLst/>
                <a:latin typeface="SFMono-Regular"/>
              </a:rPr>
              <a:t>,</a:t>
            </a:r>
            <a:r>
              <a:rPr lang="en-US" sz="1200" b="0" i="0">
                <a:solidFill>
                  <a:srgbClr val="005CC5"/>
                </a:solidFill>
                <a:effectLst/>
                <a:latin typeface="SFMono-Regular"/>
              </a:rPr>
              <a:t>401</a:t>
            </a:r>
            <a:r>
              <a:rPr lang="en-US" sz="1200" b="0" i="0">
                <a:solidFill>
                  <a:srgbClr val="24292E"/>
                </a:solidFill>
                <a:effectLst/>
                <a:latin typeface="SFMono-Regular"/>
              </a:rPr>
              <a:t> </a:t>
            </a:r>
          </a:p>
          <a:p>
            <a:r>
              <a:rPr lang="en-US" sz="1200" b="0" i="0">
                <a:solidFill>
                  <a:srgbClr val="24292E"/>
                </a:solidFill>
                <a:effectLst/>
                <a:latin typeface="SFMono-Regular"/>
              </a:rPr>
              <a:t>Non</a:t>
            </a:r>
            <a:r>
              <a:rPr lang="en-US" sz="1200" b="0" i="0">
                <a:solidFill>
                  <a:srgbClr val="D73A49"/>
                </a:solidFill>
                <a:effectLst/>
                <a:latin typeface="SFMono-Regular"/>
              </a:rPr>
              <a:t>-</a:t>
            </a:r>
            <a:r>
              <a:rPr lang="en-US" sz="1200" b="0" i="0">
                <a:solidFill>
                  <a:srgbClr val="24292E"/>
                </a:solidFill>
                <a:effectLst/>
                <a:latin typeface="SFMono-Regular"/>
              </a:rPr>
              <a:t>trainable params: </a:t>
            </a:r>
            <a:r>
              <a:rPr lang="en-US" sz="1200" b="0" i="0">
                <a:solidFill>
                  <a:srgbClr val="005CC5"/>
                </a:solidFill>
                <a:effectLst/>
                <a:latin typeface="SFMono-Regular"/>
              </a:rPr>
              <a:t>0</a:t>
            </a:r>
            <a:endParaRPr lang="en-US" sz="1200"/>
          </a:p>
        </p:txBody>
      </p:sp>
      <p:sp>
        <p:nvSpPr>
          <p:cNvPr id="16" name="TextBox 15">
            <a:extLst>
              <a:ext uri="{FF2B5EF4-FFF2-40B4-BE49-F238E27FC236}">
                <a16:creationId xmlns:a16="http://schemas.microsoft.com/office/drawing/2014/main" id="{503D5344-80D0-498A-AEDC-E2A023B647B9}"/>
              </a:ext>
            </a:extLst>
          </p:cNvPr>
          <p:cNvSpPr txBox="1"/>
          <p:nvPr/>
        </p:nvSpPr>
        <p:spPr>
          <a:xfrm>
            <a:off x="5181600" y="2274838"/>
            <a:ext cx="3606800" cy="2031325"/>
          </a:xfrm>
          <a:prstGeom prst="rect">
            <a:avLst/>
          </a:prstGeom>
          <a:noFill/>
        </p:spPr>
        <p:txBody>
          <a:bodyPr wrap="square">
            <a:spAutoFit/>
          </a:bodyPr>
          <a:lstStyle/>
          <a:p>
            <a:pPr marL="285750" indent="-285750" algn="just">
              <a:buFont typeface="Arial" panose="020B0604020202020204" pitchFamily="34" charset="0"/>
              <a:buChar char="•"/>
            </a:pPr>
            <a:r>
              <a:rPr lang="vi-VN" b="0" i="0">
                <a:solidFill>
                  <a:srgbClr val="1B1B1B"/>
                </a:solidFill>
                <a:effectLst/>
                <a:latin typeface="Open Sans" panose="020B0606030504020204" pitchFamily="34" charset="0"/>
              </a:rPr>
              <a:t>Dropout </a:t>
            </a:r>
            <a:r>
              <a:rPr lang="en-US" b="0" i="0">
                <a:solidFill>
                  <a:srgbClr val="1B1B1B"/>
                </a:solidFill>
                <a:effectLst/>
                <a:latin typeface="Open Sans" panose="020B0606030504020204" pitchFamily="34" charset="0"/>
              </a:rPr>
              <a:t>l</a:t>
            </a:r>
            <a:r>
              <a:rPr lang="vi-VN" b="0" i="0">
                <a:solidFill>
                  <a:srgbClr val="1B1B1B"/>
                </a:solidFill>
                <a:effectLst/>
                <a:latin typeface="Open Sans" panose="020B0606030504020204" pitchFamily="34" charset="0"/>
              </a:rPr>
              <a:t>à một kỹ thuật chính quy được sử dụng để tránh </a:t>
            </a:r>
            <a:r>
              <a:rPr lang="en-US" b="0" i="0">
                <a:solidFill>
                  <a:srgbClr val="1B1B1B"/>
                </a:solidFill>
                <a:effectLst/>
                <a:latin typeface="Open Sans" panose="020B0606030504020204" pitchFamily="34" charset="0"/>
              </a:rPr>
              <a:t>lặp vô hạn </a:t>
            </a:r>
            <a:r>
              <a:rPr lang="vi-VN" b="0" i="0">
                <a:solidFill>
                  <a:srgbClr val="1B1B1B"/>
                </a:solidFill>
                <a:effectLst/>
                <a:latin typeface="Open Sans" panose="020B0606030504020204" pitchFamily="34" charset="0"/>
              </a:rPr>
              <a:t>trong </a:t>
            </a:r>
            <a:r>
              <a:rPr lang="en-US" b="0" i="0">
                <a:solidFill>
                  <a:srgbClr val="1B1B1B"/>
                </a:solidFill>
                <a:effectLst/>
                <a:latin typeface="Open Sans" panose="020B0606030504020204" pitchFamily="34" charset="0"/>
              </a:rPr>
              <a:t>mạng nơ-ron</a:t>
            </a:r>
            <a:r>
              <a:rPr lang="vi-VN" b="0" i="0">
                <a:solidFill>
                  <a:srgbClr val="1B1B1B"/>
                </a:solidFill>
                <a:effectLst/>
                <a:latin typeface="Open Sans" panose="020B0606030504020204" pitchFamily="34" charset="0"/>
              </a:rPr>
              <a:t>. Trong kỹ thuật này, các </a:t>
            </a:r>
            <a:r>
              <a:rPr lang="en-US" b="0" i="0">
                <a:solidFill>
                  <a:srgbClr val="1B1B1B"/>
                </a:solidFill>
                <a:effectLst/>
                <a:latin typeface="Open Sans" panose="020B0606030504020204" pitchFamily="34" charset="0"/>
              </a:rPr>
              <a:t>nơ-ron </a:t>
            </a:r>
            <a:r>
              <a:rPr lang="vi-VN" b="0" i="0">
                <a:solidFill>
                  <a:srgbClr val="1B1B1B"/>
                </a:solidFill>
                <a:effectLst/>
                <a:latin typeface="Open Sans" panose="020B0606030504020204" pitchFamily="34" charset="0"/>
              </a:rPr>
              <a:t>được lựa chọn ngẫu nhiên trong quá trình đào tạo.</a:t>
            </a:r>
            <a:endParaRPr lang="en-US"/>
          </a:p>
        </p:txBody>
      </p:sp>
    </p:spTree>
    <p:extLst>
      <p:ext uri="{BB962C8B-B14F-4D97-AF65-F5344CB8AC3E}">
        <p14:creationId xmlns:p14="http://schemas.microsoft.com/office/powerpoint/2010/main" val="2706498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000" b="1" i="0">
                <a:solidFill>
                  <a:srgbClr val="1B1B1B"/>
                </a:solidFill>
                <a:effectLst/>
                <a:latin typeface="Open Sans" panose="020B0606030504020204" pitchFamily="34" charset="0"/>
              </a:rPr>
              <a:t>Bước 6:</a:t>
            </a:r>
            <a:r>
              <a:rPr lang="vi-VN" sz="2000" b="0" i="0">
                <a:solidFill>
                  <a:srgbClr val="1B1B1B"/>
                </a:solidFill>
                <a:effectLst/>
                <a:latin typeface="Open Sans" panose="020B0606030504020204" pitchFamily="34" charset="0"/>
              </a:rPr>
              <a:t> Xây dựng Neural Network</a:t>
            </a:r>
            <a:endParaRPr lang="en-US" sz="138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45</a:t>
            </a:fld>
            <a:r>
              <a:rPr lang="en-US"/>
              <a:t>/</a:t>
            </a:r>
          </a:p>
        </p:txBody>
      </p:sp>
      <p:sp>
        <p:nvSpPr>
          <p:cNvPr id="16" name="TextBox 15">
            <a:extLst>
              <a:ext uri="{FF2B5EF4-FFF2-40B4-BE49-F238E27FC236}">
                <a16:creationId xmlns:a16="http://schemas.microsoft.com/office/drawing/2014/main" id="{503D5344-80D0-498A-AEDC-E2A023B647B9}"/>
              </a:ext>
            </a:extLst>
          </p:cNvPr>
          <p:cNvSpPr txBox="1"/>
          <p:nvPr/>
        </p:nvSpPr>
        <p:spPr>
          <a:xfrm>
            <a:off x="609600" y="1281425"/>
            <a:ext cx="8229600" cy="923330"/>
          </a:xfrm>
          <a:prstGeom prst="rect">
            <a:avLst/>
          </a:prstGeom>
          <a:noFill/>
        </p:spPr>
        <p:txBody>
          <a:bodyPr wrap="square">
            <a:spAutoFit/>
          </a:bodyPr>
          <a:lstStyle/>
          <a:p>
            <a:pPr marL="285750" indent="-285750" algn="just">
              <a:buFont typeface="Arial" panose="020B0604020202020204" pitchFamily="34" charset="0"/>
              <a:buChar char="•"/>
            </a:pPr>
            <a:r>
              <a:rPr lang="vi-VN" b="0" i="0">
                <a:solidFill>
                  <a:srgbClr val="1B1B1B"/>
                </a:solidFill>
                <a:effectLst/>
                <a:latin typeface="Open Sans" panose="020B0606030504020204" pitchFamily="34" charset="0"/>
              </a:rPr>
              <a:t>Để tối ưu hóa, </a:t>
            </a:r>
            <a:r>
              <a:rPr lang="en-US" b="0" i="0">
                <a:solidFill>
                  <a:srgbClr val="1B1B1B"/>
                </a:solidFill>
                <a:effectLst/>
                <a:latin typeface="Open Sans" panose="020B0606030504020204" pitchFamily="34" charset="0"/>
              </a:rPr>
              <a:t>ta </a:t>
            </a:r>
            <a:r>
              <a:rPr lang="vi-VN" b="0" i="0">
                <a:solidFill>
                  <a:srgbClr val="1B1B1B"/>
                </a:solidFill>
                <a:effectLst/>
                <a:latin typeface="Open Sans" panose="020B0606030504020204" pitchFamily="34" charset="0"/>
              </a:rPr>
              <a:t>sử dụng trình tối ưu hóa Adam (tích hợp sẵn với Keras). Tối ưu hóa được sử dụng để cập nhật các giá trị của các thông số trọng lượng và bais trong quá trình đào tạo mô hình.</a:t>
            </a:r>
            <a:endParaRPr lang="en-US"/>
          </a:p>
        </p:txBody>
      </p:sp>
      <p:pic>
        <p:nvPicPr>
          <p:cNvPr id="6" name="Picture 5">
            <a:extLst>
              <a:ext uri="{FF2B5EF4-FFF2-40B4-BE49-F238E27FC236}">
                <a16:creationId xmlns:a16="http://schemas.microsoft.com/office/drawing/2014/main" id="{E7883B3B-A5C7-4B3C-A4A0-C61743CBD172}"/>
              </a:ext>
            </a:extLst>
          </p:cNvPr>
          <p:cNvPicPr>
            <a:picLocks noChangeAspect="1"/>
          </p:cNvPicPr>
          <p:nvPr/>
        </p:nvPicPr>
        <p:blipFill rotWithShape="1">
          <a:blip r:embed="rId2"/>
          <a:srcRect l="21667" t="20084" r="42500" b="21838"/>
          <a:stretch/>
        </p:blipFill>
        <p:spPr>
          <a:xfrm>
            <a:off x="1645204" y="2133600"/>
            <a:ext cx="4966808" cy="4525963"/>
          </a:xfrm>
          <a:prstGeom prst="rect">
            <a:avLst/>
          </a:prstGeom>
        </p:spPr>
      </p:pic>
    </p:spTree>
    <p:extLst>
      <p:ext uri="{BB962C8B-B14F-4D97-AF65-F5344CB8AC3E}">
        <p14:creationId xmlns:p14="http://schemas.microsoft.com/office/powerpoint/2010/main" val="1349754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6:</a:t>
            </a:r>
            <a:r>
              <a:rPr lang="vi-VN" sz="2400" b="0" i="0">
                <a:solidFill>
                  <a:srgbClr val="1B1B1B"/>
                </a:solidFill>
                <a:effectLst/>
                <a:latin typeface="Open Sans" panose="020B0606030504020204" pitchFamily="34" charset="0"/>
              </a:rPr>
              <a:t> Xây dựng Neural Network</a:t>
            </a:r>
            <a:endParaRPr lang="en-US" sz="166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46</a:t>
            </a:fld>
            <a:r>
              <a:rPr lang="en-US"/>
              <a:t>/</a:t>
            </a:r>
          </a:p>
        </p:txBody>
      </p:sp>
      <p:pic>
        <p:nvPicPr>
          <p:cNvPr id="5" name="Picture 4">
            <a:extLst>
              <a:ext uri="{FF2B5EF4-FFF2-40B4-BE49-F238E27FC236}">
                <a16:creationId xmlns:a16="http://schemas.microsoft.com/office/drawing/2014/main" id="{0B25E723-29B2-4036-BAD0-217BFDA6B842}"/>
              </a:ext>
            </a:extLst>
          </p:cNvPr>
          <p:cNvPicPr>
            <a:picLocks noChangeAspect="1"/>
          </p:cNvPicPr>
          <p:nvPr/>
        </p:nvPicPr>
        <p:blipFill>
          <a:blip r:embed="rId2"/>
          <a:stretch>
            <a:fillRect/>
          </a:stretch>
        </p:blipFill>
        <p:spPr>
          <a:xfrm>
            <a:off x="698500" y="1369210"/>
            <a:ext cx="7696200" cy="5305425"/>
          </a:xfrm>
          <a:prstGeom prst="rect">
            <a:avLst/>
          </a:prstGeom>
        </p:spPr>
      </p:pic>
    </p:spTree>
    <p:extLst>
      <p:ext uri="{BB962C8B-B14F-4D97-AF65-F5344CB8AC3E}">
        <p14:creationId xmlns:p14="http://schemas.microsoft.com/office/powerpoint/2010/main" val="3072691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6:</a:t>
            </a:r>
            <a:r>
              <a:rPr lang="vi-VN" sz="2400" b="0" i="0">
                <a:solidFill>
                  <a:srgbClr val="1B1B1B"/>
                </a:solidFill>
                <a:effectLst/>
                <a:latin typeface="Open Sans" panose="020B0606030504020204" pitchFamily="34" charset="0"/>
              </a:rPr>
              <a:t> Xây dựng Neural Network</a:t>
            </a:r>
            <a:endParaRPr lang="en-US" sz="166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47</a:t>
            </a:fld>
            <a:r>
              <a:rPr lang="en-US"/>
              <a:t>/</a:t>
            </a:r>
          </a:p>
        </p:txBody>
      </p:sp>
      <p:sp>
        <p:nvSpPr>
          <p:cNvPr id="7" name="TextBox 6">
            <a:extLst>
              <a:ext uri="{FF2B5EF4-FFF2-40B4-BE49-F238E27FC236}">
                <a16:creationId xmlns:a16="http://schemas.microsoft.com/office/drawing/2014/main" id="{5EAC500F-F4D9-4463-B5E9-154FE4245EAB}"/>
              </a:ext>
            </a:extLst>
          </p:cNvPr>
          <p:cNvSpPr txBox="1"/>
          <p:nvPr/>
        </p:nvSpPr>
        <p:spPr>
          <a:xfrm>
            <a:off x="838200" y="1219200"/>
            <a:ext cx="7620000" cy="646331"/>
          </a:xfrm>
          <a:prstGeom prst="rect">
            <a:avLst/>
          </a:prstGeom>
          <a:noFill/>
        </p:spPr>
        <p:txBody>
          <a:bodyPr wrap="square">
            <a:spAutoFit/>
          </a:bodyPr>
          <a:lstStyle/>
          <a:p>
            <a:r>
              <a:rPr lang="en-US" b="0" i="0">
                <a:solidFill>
                  <a:srgbClr val="6A737D"/>
                </a:solidFill>
                <a:effectLst/>
                <a:latin typeface="SFMono-Regular"/>
              </a:rPr>
              <a:t># Display the loss curves for training and validation sets</a:t>
            </a:r>
            <a:r>
              <a:rPr lang="en-US" b="0" i="0">
                <a:solidFill>
                  <a:srgbClr val="24292E"/>
                </a:solidFill>
                <a:effectLst/>
                <a:latin typeface="SFMono-Regular"/>
              </a:rPr>
              <a:t> show_train_history(train_history, </a:t>
            </a:r>
            <a:r>
              <a:rPr lang="en-US" b="0" i="0">
                <a:solidFill>
                  <a:srgbClr val="032F62"/>
                </a:solidFill>
                <a:effectLst/>
                <a:latin typeface="SFMono-Regular"/>
              </a:rPr>
              <a:t>'loss'</a:t>
            </a:r>
            <a:r>
              <a:rPr lang="en-US" b="0" i="0">
                <a:solidFill>
                  <a:srgbClr val="24292E"/>
                </a:solidFill>
                <a:effectLst/>
                <a:latin typeface="SFMono-Regular"/>
              </a:rPr>
              <a:t>, </a:t>
            </a:r>
            <a:r>
              <a:rPr lang="en-US" b="0" i="0">
                <a:solidFill>
                  <a:srgbClr val="032F62"/>
                </a:solidFill>
                <a:effectLst/>
                <a:latin typeface="SFMono-Regular"/>
              </a:rPr>
              <a:t>'val_loss'</a:t>
            </a:r>
            <a:r>
              <a:rPr lang="en-US" b="0" i="0">
                <a:solidFill>
                  <a:srgbClr val="24292E"/>
                </a:solidFill>
                <a:effectLst/>
                <a:latin typeface="SFMono-Regular"/>
              </a:rPr>
              <a:t>)</a:t>
            </a:r>
            <a:endParaRPr lang="en-US"/>
          </a:p>
        </p:txBody>
      </p:sp>
      <p:pic>
        <p:nvPicPr>
          <p:cNvPr id="19458" name="Picture 2">
            <a:extLst>
              <a:ext uri="{FF2B5EF4-FFF2-40B4-BE49-F238E27FC236}">
                <a16:creationId xmlns:a16="http://schemas.microsoft.com/office/drawing/2014/main" id="{4AA94E01-5836-4F8B-B007-196148CB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8" y="1865531"/>
            <a:ext cx="7515225"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949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7:</a:t>
            </a:r>
            <a:r>
              <a:rPr lang="vi-VN" sz="2400" b="0" i="0">
                <a:solidFill>
                  <a:srgbClr val="1B1B1B"/>
                </a:solidFill>
                <a:effectLst/>
                <a:latin typeface="Open Sans" panose="020B0606030504020204" pitchFamily="34" charset="0"/>
              </a:rPr>
              <a:t> Đánh giá mô hình</a:t>
            </a:r>
            <a:endParaRPr lang="en-US" sz="344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48</a:t>
            </a:fld>
            <a:r>
              <a:rPr lang="en-US"/>
              <a:t>/</a:t>
            </a:r>
          </a:p>
        </p:txBody>
      </p:sp>
      <p:sp>
        <p:nvSpPr>
          <p:cNvPr id="7" name="TextBox 6">
            <a:extLst>
              <a:ext uri="{FF2B5EF4-FFF2-40B4-BE49-F238E27FC236}">
                <a16:creationId xmlns:a16="http://schemas.microsoft.com/office/drawing/2014/main" id="{5EAC500F-F4D9-4463-B5E9-154FE4245EAB}"/>
              </a:ext>
            </a:extLst>
          </p:cNvPr>
          <p:cNvSpPr txBox="1"/>
          <p:nvPr/>
        </p:nvSpPr>
        <p:spPr>
          <a:xfrm>
            <a:off x="228600" y="1219200"/>
            <a:ext cx="8229600" cy="5693866"/>
          </a:xfrm>
          <a:prstGeom prst="rect">
            <a:avLst/>
          </a:prstGeom>
          <a:noFill/>
        </p:spPr>
        <p:txBody>
          <a:bodyPr wrap="square">
            <a:spAutoFit/>
          </a:bodyPr>
          <a:lstStyle/>
          <a:p>
            <a:r>
              <a:rPr lang="en-US" sz="1400" b="0" i="0">
                <a:solidFill>
                  <a:srgbClr val="6A737D"/>
                </a:solidFill>
                <a:effectLst/>
                <a:latin typeface="SFMono-Regular"/>
              </a:rPr>
              <a:t># Testing set for model evaluation</a:t>
            </a:r>
          </a:p>
          <a:p>
            <a:r>
              <a:rPr lang="en-US" sz="1400" b="0" i="0">
                <a:solidFill>
                  <a:srgbClr val="6A737D"/>
                </a:solidFill>
                <a:effectLst/>
                <a:latin typeface="SFMono-Regular"/>
              </a:rPr>
              <a:t>scores = model.evaluate(test_feature_trans, test_label)</a:t>
            </a:r>
          </a:p>
          <a:p>
            <a:r>
              <a:rPr lang="en-US" sz="1400" b="0" i="0">
                <a:solidFill>
                  <a:srgbClr val="6A737D"/>
                </a:solidFill>
                <a:effectLst/>
                <a:latin typeface="SFMono-Regular"/>
              </a:rPr>
              <a:t> </a:t>
            </a:r>
          </a:p>
          <a:p>
            <a:r>
              <a:rPr lang="en-US" sz="1400" b="0" i="0">
                <a:solidFill>
                  <a:srgbClr val="6A737D"/>
                </a:solidFill>
                <a:effectLst/>
                <a:latin typeface="SFMono-Regular"/>
              </a:rPr>
              <a:t># Display accuracy of the model</a:t>
            </a:r>
          </a:p>
          <a:p>
            <a:r>
              <a:rPr lang="en-US" sz="1400" b="0" i="0">
                <a:solidFill>
                  <a:srgbClr val="6A737D"/>
                </a:solidFill>
                <a:effectLst/>
                <a:latin typeface="SFMono-Regular"/>
              </a:rPr>
              <a:t>print('n')</a:t>
            </a:r>
          </a:p>
          <a:p>
            <a:r>
              <a:rPr lang="en-US" sz="1400" b="0" i="0">
                <a:solidFill>
                  <a:srgbClr val="6A737D"/>
                </a:solidFill>
                <a:effectLst/>
                <a:latin typeface="SFMono-Regular"/>
              </a:rPr>
              <a:t>print('Accuracy=', scores[1])</a:t>
            </a:r>
          </a:p>
          <a:p>
            <a:r>
              <a:rPr lang="en-US" sz="1400" b="0" i="0">
                <a:solidFill>
                  <a:srgbClr val="6A737D"/>
                </a:solidFill>
                <a:effectLst/>
                <a:latin typeface="SFMono-Regular"/>
              </a:rPr>
              <a:t> Accuracy= 0.98</a:t>
            </a:r>
          </a:p>
          <a:p>
            <a:r>
              <a:rPr lang="en-US" sz="1400" b="0" i="0">
                <a:solidFill>
                  <a:srgbClr val="6A737D"/>
                </a:solidFill>
                <a:effectLst/>
                <a:latin typeface="SFMono-Regular"/>
              </a:rPr>
              <a:t> prediction = model.predict_classes(test_feature_trans)</a:t>
            </a:r>
          </a:p>
          <a:p>
            <a:r>
              <a:rPr lang="en-US" sz="1400" b="0" i="0">
                <a:solidFill>
                  <a:srgbClr val="6A737D"/>
                </a:solidFill>
                <a:effectLst/>
                <a:latin typeface="SFMono-Regular"/>
              </a:rPr>
              <a:t>df_ans = pd.DataFrame({'Real Class': test_label})</a:t>
            </a:r>
          </a:p>
          <a:p>
            <a:r>
              <a:rPr lang="en-US" sz="1400" b="0" i="0">
                <a:solidFill>
                  <a:srgbClr val="6A737D"/>
                </a:solidFill>
                <a:effectLst/>
                <a:latin typeface="SFMono-Regular"/>
              </a:rPr>
              <a:t>df_ans['Prediction'] = prediction</a:t>
            </a:r>
          </a:p>
          <a:p>
            <a:r>
              <a:rPr lang="en-US" sz="1400" b="0" i="0">
                <a:solidFill>
                  <a:srgbClr val="6A737D"/>
                </a:solidFill>
                <a:effectLst/>
                <a:latin typeface="SFMono-Regular"/>
              </a:rPr>
              <a:t> df_ans['Prediction'].value_counts()</a:t>
            </a:r>
          </a:p>
          <a:p>
            <a:r>
              <a:rPr lang="en-US" sz="1400" b="0" i="0">
                <a:solidFill>
                  <a:srgbClr val="6A737D"/>
                </a:solidFill>
                <a:effectLst/>
                <a:latin typeface="SFMono-Regular"/>
              </a:rPr>
              <a:t> df_ans['Real Class'].value_counts()</a:t>
            </a:r>
          </a:p>
          <a:p>
            <a:r>
              <a:rPr lang="en-US" sz="1400" b="0" i="0">
                <a:solidFill>
                  <a:srgbClr val="6A737D"/>
                </a:solidFill>
                <a:effectLst/>
                <a:latin typeface="SFMono-Regular"/>
              </a:rPr>
              <a:t> </a:t>
            </a:r>
          </a:p>
          <a:p>
            <a:r>
              <a:rPr lang="en-US" sz="1400" b="0" i="0">
                <a:solidFill>
                  <a:srgbClr val="6A737D"/>
                </a:solidFill>
                <a:effectLst/>
                <a:latin typeface="SFMono-Regular"/>
              </a:rPr>
              <a:t>cols = ['Real_Class_1', 'Real_Class_0'] # Gold standard</a:t>
            </a:r>
          </a:p>
          <a:p>
            <a:r>
              <a:rPr lang="en-US" sz="1400" b="0" i="0">
                <a:solidFill>
                  <a:srgbClr val="6A737D"/>
                </a:solidFill>
                <a:effectLst/>
                <a:latin typeface="SFMono-Regular"/>
              </a:rPr>
              <a:t>rows = ['Prediction_1', 'Prediction_0'] # Diagnostic tool (our prediction)</a:t>
            </a:r>
          </a:p>
          <a:p>
            <a:r>
              <a:rPr lang="en-US" sz="1400" b="0" i="0">
                <a:solidFill>
                  <a:srgbClr val="6A737D"/>
                </a:solidFill>
                <a:effectLst/>
                <a:latin typeface="SFMono-Regular"/>
              </a:rPr>
              <a:t> </a:t>
            </a:r>
          </a:p>
          <a:p>
            <a:r>
              <a:rPr lang="en-US" sz="1400" b="0" i="0">
                <a:solidFill>
                  <a:srgbClr val="6A737D"/>
                </a:solidFill>
                <a:effectLst/>
                <a:latin typeface="SFMono-Regular"/>
              </a:rPr>
              <a:t>B1P1 = len(df_ans[(df_ans['Prediction'] == df_ans['Real Class']) &amp; (df_ans['Real Class'] == 1)])</a:t>
            </a:r>
          </a:p>
          <a:p>
            <a:r>
              <a:rPr lang="en-US" sz="1400" b="0" i="0">
                <a:solidFill>
                  <a:srgbClr val="6A737D"/>
                </a:solidFill>
                <a:effectLst/>
                <a:latin typeface="SFMono-Regular"/>
              </a:rPr>
              <a:t>B1P0 = len(df_ans[(df_ans['Prediction'] != df_ans['Real Class']) &amp; (df_ans['Real Class'] == 1)])</a:t>
            </a:r>
          </a:p>
          <a:p>
            <a:r>
              <a:rPr lang="en-US" sz="1400" b="0" i="0">
                <a:solidFill>
                  <a:srgbClr val="6A737D"/>
                </a:solidFill>
                <a:effectLst/>
                <a:latin typeface="SFMono-Regular"/>
              </a:rPr>
              <a:t>B0P1 = len(df_ans[(df_ans['Prediction'] != df_ans['Real Class']) &amp; (df_ans['Real Class'] == 0)])</a:t>
            </a:r>
          </a:p>
          <a:p>
            <a:r>
              <a:rPr lang="en-US" sz="1400" b="0" i="0">
                <a:solidFill>
                  <a:srgbClr val="6A737D"/>
                </a:solidFill>
                <a:effectLst/>
                <a:latin typeface="SFMono-Regular"/>
              </a:rPr>
              <a:t>B0P0 = len(df_ans[(df_ans['Prediction'] == df_ans['Real Class']) &amp; (df_ans['Real Class'] == 0)])</a:t>
            </a:r>
          </a:p>
          <a:p>
            <a:r>
              <a:rPr lang="en-US" sz="1400" b="0" i="0">
                <a:solidFill>
                  <a:srgbClr val="6A737D"/>
                </a:solidFill>
                <a:effectLst/>
                <a:latin typeface="SFMono-Regular"/>
              </a:rPr>
              <a:t> </a:t>
            </a:r>
          </a:p>
          <a:p>
            <a:r>
              <a:rPr lang="en-US" sz="1400" b="0" i="0">
                <a:solidFill>
                  <a:srgbClr val="6A737D"/>
                </a:solidFill>
                <a:effectLst/>
                <a:latin typeface="SFMono-Regular"/>
              </a:rPr>
              <a:t>conf = np.array([[B1P1, B0P1], [B1P0, B0P0]])</a:t>
            </a:r>
          </a:p>
          <a:p>
            <a:r>
              <a:rPr lang="en-US" sz="1400" b="0" i="0">
                <a:solidFill>
                  <a:srgbClr val="6A737D"/>
                </a:solidFill>
                <a:effectLst/>
                <a:latin typeface="SFMono-Regular"/>
              </a:rPr>
              <a:t>df_cm = pd.DataFrame(conf, columns=[i for i in cols], index=[i for i in rows])</a:t>
            </a:r>
          </a:p>
          <a:p>
            <a:r>
              <a:rPr lang="en-US" sz="1400" b="0" i="0">
                <a:solidFill>
                  <a:srgbClr val="6A737D"/>
                </a:solidFill>
                <a:effectLst/>
                <a:latin typeface="SFMono-Regular"/>
              </a:rPr>
              <a:t>f, ax = plt.subplots(figsize=(5, 5))</a:t>
            </a:r>
          </a:p>
          <a:p>
            <a:r>
              <a:rPr lang="en-US" sz="1400" b="0" i="0">
                <a:solidFill>
                  <a:srgbClr val="6A737D"/>
                </a:solidFill>
                <a:effectLst/>
                <a:latin typeface="SFMono-Regular"/>
              </a:rPr>
              <a:t>sns.heatmap(df_cm, annot=True, ax=ax, fmt='d')</a:t>
            </a:r>
          </a:p>
          <a:p>
            <a:r>
              <a:rPr lang="en-US" sz="1400" b="0" i="0">
                <a:solidFill>
                  <a:srgbClr val="6A737D"/>
                </a:solidFill>
                <a:effectLst/>
                <a:latin typeface="SFMono-Regular"/>
              </a:rPr>
              <a:t>plt.show()</a:t>
            </a:r>
          </a:p>
        </p:txBody>
      </p:sp>
    </p:spTree>
    <p:extLst>
      <p:ext uri="{BB962C8B-B14F-4D97-AF65-F5344CB8AC3E}">
        <p14:creationId xmlns:p14="http://schemas.microsoft.com/office/powerpoint/2010/main" val="851502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000" b="1" i="0">
                <a:solidFill>
                  <a:srgbClr val="1B1B1B"/>
                </a:solidFill>
                <a:effectLst/>
                <a:latin typeface="Open Sans" panose="020B0606030504020204" pitchFamily="34" charset="0"/>
              </a:rPr>
              <a:t>Bước 7:</a:t>
            </a:r>
            <a:r>
              <a:rPr lang="vi-VN" sz="2000" b="0" i="0">
                <a:solidFill>
                  <a:srgbClr val="1B1B1B"/>
                </a:solidFill>
                <a:effectLst/>
                <a:latin typeface="Open Sans" panose="020B0606030504020204" pitchFamily="34" charset="0"/>
              </a:rPr>
              <a:t> Đánh giá mô hình</a:t>
            </a:r>
            <a:endParaRPr lang="en-US" sz="287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49</a:t>
            </a:fld>
            <a:r>
              <a:rPr lang="en-US"/>
              <a:t>/</a:t>
            </a:r>
          </a:p>
        </p:txBody>
      </p:sp>
      <p:pic>
        <p:nvPicPr>
          <p:cNvPr id="20482" name="Picture 2">
            <a:extLst>
              <a:ext uri="{FF2B5EF4-FFF2-40B4-BE49-F238E27FC236}">
                <a16:creationId xmlns:a16="http://schemas.microsoft.com/office/drawing/2014/main" id="{B461FAB5-AA19-49DC-A6F4-C753A24A3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153767"/>
            <a:ext cx="7239000" cy="573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947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000" b="1" i="0">
                <a:solidFill>
                  <a:srgbClr val="1B1B1B"/>
                </a:solidFill>
                <a:effectLst/>
                <a:latin typeface="Open Sans" panose="020B0606030504020204" pitchFamily="34" charset="0"/>
              </a:rPr>
              <a:t>Bước 7:</a:t>
            </a:r>
            <a:r>
              <a:rPr lang="vi-VN" sz="2000" b="0" i="0">
                <a:solidFill>
                  <a:srgbClr val="1B1B1B"/>
                </a:solidFill>
                <a:effectLst/>
                <a:latin typeface="Open Sans" panose="020B0606030504020204" pitchFamily="34" charset="0"/>
              </a:rPr>
              <a:t> Đánh giá mô hình</a:t>
            </a:r>
            <a:endParaRPr lang="en-US" sz="287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50</a:t>
            </a:fld>
            <a:r>
              <a:rPr lang="en-US"/>
              <a:t>/</a:t>
            </a:r>
          </a:p>
        </p:txBody>
      </p:sp>
      <p:pic>
        <p:nvPicPr>
          <p:cNvPr id="6" name="Picture 5">
            <a:extLst>
              <a:ext uri="{FF2B5EF4-FFF2-40B4-BE49-F238E27FC236}">
                <a16:creationId xmlns:a16="http://schemas.microsoft.com/office/drawing/2014/main" id="{FA87D861-8B4B-4D0C-928E-4A0DAA0234F7}"/>
              </a:ext>
            </a:extLst>
          </p:cNvPr>
          <p:cNvPicPr>
            <a:picLocks noChangeAspect="1"/>
          </p:cNvPicPr>
          <p:nvPr/>
        </p:nvPicPr>
        <p:blipFill rotWithShape="1">
          <a:blip r:embed="rId2"/>
          <a:srcRect l="23333" t="17391" r="44167" b="11506"/>
          <a:stretch/>
        </p:blipFill>
        <p:spPr>
          <a:xfrm>
            <a:off x="4191000" y="806922"/>
            <a:ext cx="4800600" cy="5904830"/>
          </a:xfrm>
          <a:prstGeom prst="rect">
            <a:avLst/>
          </a:prstGeom>
        </p:spPr>
      </p:pic>
    </p:spTree>
    <p:extLst>
      <p:ext uri="{BB962C8B-B14F-4D97-AF65-F5344CB8AC3E}">
        <p14:creationId xmlns:p14="http://schemas.microsoft.com/office/powerpoint/2010/main" val="20088429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normAutofit fontScale="90000"/>
          </a:bodyPr>
          <a:lstStyle/>
          <a:p>
            <a:r>
              <a:rPr lang="en-US"/>
              <a:t>Ví dụ: Deep Learning trong Python</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2"/>
            <a:ext cx="8229600" cy="4525963"/>
          </a:xfrm>
        </p:spPr>
        <p:txBody>
          <a:bodyPr>
            <a:normAutofit/>
          </a:bodyPr>
          <a:lstStyle/>
          <a:p>
            <a:pPr marL="0" indent="0" algn="just">
              <a:buNone/>
            </a:pPr>
            <a:r>
              <a:rPr lang="vi-VN" sz="2400" b="1" i="0">
                <a:solidFill>
                  <a:srgbClr val="1B1B1B"/>
                </a:solidFill>
                <a:effectLst/>
                <a:latin typeface="Open Sans" panose="020B0606030504020204" pitchFamily="34" charset="0"/>
              </a:rPr>
              <a:t>Bước 7:</a:t>
            </a:r>
            <a:r>
              <a:rPr lang="vi-VN" sz="2400" b="0" i="0">
                <a:solidFill>
                  <a:srgbClr val="1B1B1B"/>
                </a:solidFill>
                <a:effectLst/>
                <a:latin typeface="Open Sans" panose="020B0606030504020204" pitchFamily="34" charset="0"/>
              </a:rPr>
              <a:t> Đánh giá mô hình</a:t>
            </a:r>
            <a:endParaRPr lang="en-US" sz="344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51</a:t>
            </a:fld>
            <a:r>
              <a:rPr lang="en-US"/>
              <a:t>/</a:t>
            </a:r>
          </a:p>
        </p:txBody>
      </p:sp>
      <p:sp>
        <p:nvSpPr>
          <p:cNvPr id="9" name="TextBox 8">
            <a:extLst>
              <a:ext uri="{FF2B5EF4-FFF2-40B4-BE49-F238E27FC236}">
                <a16:creationId xmlns:a16="http://schemas.microsoft.com/office/drawing/2014/main" id="{63F21B4C-091A-468A-A7B1-EAADA3487F68}"/>
              </a:ext>
            </a:extLst>
          </p:cNvPr>
          <p:cNvSpPr txBox="1"/>
          <p:nvPr/>
        </p:nvSpPr>
        <p:spPr>
          <a:xfrm>
            <a:off x="838200" y="5472207"/>
            <a:ext cx="7797800" cy="400110"/>
          </a:xfrm>
          <a:prstGeom prst="rect">
            <a:avLst/>
          </a:prstGeom>
          <a:noFill/>
        </p:spPr>
        <p:txBody>
          <a:bodyPr wrap="square">
            <a:spAutoFit/>
          </a:bodyPr>
          <a:lstStyle/>
          <a:p>
            <a:r>
              <a:rPr lang="en-US" sz="2000" b="0" i="0">
                <a:solidFill>
                  <a:srgbClr val="1B1B1B"/>
                </a:solidFill>
                <a:effectLst/>
                <a:latin typeface="Open Sans" panose="020B0606030504020204" pitchFamily="34" charset="0"/>
              </a:rPr>
              <a:t>Ta thấy </a:t>
            </a:r>
            <a:r>
              <a:rPr lang="vi-VN" sz="2000" b="0" i="0">
                <a:solidFill>
                  <a:srgbClr val="1B1B1B"/>
                </a:solidFill>
                <a:effectLst/>
                <a:latin typeface="Open Sans" panose="020B0606030504020204" pitchFamily="34" charset="0"/>
              </a:rPr>
              <a:t>độ chính xác 98%, điều này thực sự tốt.</a:t>
            </a:r>
            <a:endParaRPr lang="en-US" sz="2000"/>
          </a:p>
        </p:txBody>
      </p:sp>
      <p:sp>
        <p:nvSpPr>
          <p:cNvPr id="11" name="TextBox 10">
            <a:extLst>
              <a:ext uri="{FF2B5EF4-FFF2-40B4-BE49-F238E27FC236}">
                <a16:creationId xmlns:a16="http://schemas.microsoft.com/office/drawing/2014/main" id="{2C518C70-AA0A-403D-B127-1AB324E5B674}"/>
              </a:ext>
            </a:extLst>
          </p:cNvPr>
          <p:cNvSpPr txBox="1"/>
          <p:nvPr/>
        </p:nvSpPr>
        <p:spPr>
          <a:xfrm>
            <a:off x="939800" y="1592575"/>
            <a:ext cx="6705600" cy="3293209"/>
          </a:xfrm>
          <a:prstGeom prst="rect">
            <a:avLst/>
          </a:prstGeom>
          <a:noFill/>
        </p:spPr>
        <p:txBody>
          <a:bodyPr wrap="square">
            <a:spAutoFit/>
          </a:bodyPr>
          <a:lstStyle/>
          <a:p>
            <a:r>
              <a:rPr lang="en-US" sz="2800">
                <a:solidFill>
                  <a:srgbClr val="24292E"/>
                </a:solidFill>
                <a:latin typeface="SFMono-Regular"/>
              </a:rPr>
              <a:t>Đầu ra:</a:t>
            </a:r>
            <a:endParaRPr lang="en-US" sz="2800" b="0" i="0">
              <a:solidFill>
                <a:srgbClr val="24292E"/>
              </a:solidFill>
              <a:effectLst/>
              <a:latin typeface="SFMono-Regular"/>
            </a:endParaRPr>
          </a:p>
          <a:p>
            <a:r>
              <a:rPr lang="en-US" b="0" i="0">
                <a:solidFill>
                  <a:srgbClr val="24292E"/>
                </a:solidFill>
                <a:effectLst/>
                <a:latin typeface="SFMono-Regular"/>
              </a:rPr>
              <a:t>G = gold standard, P = prediction </a:t>
            </a:r>
          </a:p>
          <a:p>
            <a:r>
              <a:rPr lang="en-US" b="0" i="0">
                <a:solidFill>
                  <a:srgbClr val="24292E"/>
                </a:solidFill>
                <a:effectLst/>
                <a:latin typeface="SFMono-Regular"/>
              </a:rPr>
              <a:t>G1P1: 74 </a:t>
            </a:r>
          </a:p>
          <a:p>
            <a:r>
              <a:rPr lang="en-US" b="0" i="0">
                <a:solidFill>
                  <a:srgbClr val="24292E"/>
                </a:solidFill>
                <a:effectLst/>
                <a:latin typeface="SFMono-Regular"/>
              </a:rPr>
              <a:t>G0P1: 5 </a:t>
            </a:r>
          </a:p>
          <a:p>
            <a:r>
              <a:rPr lang="en-US" b="0" i="0">
                <a:solidFill>
                  <a:srgbClr val="24292E"/>
                </a:solidFill>
                <a:effectLst/>
                <a:latin typeface="SFMono-Regular"/>
              </a:rPr>
              <a:t>G1P0: 7 </a:t>
            </a:r>
          </a:p>
          <a:p>
            <a:r>
              <a:rPr lang="en-US" b="0" i="0">
                <a:solidFill>
                  <a:srgbClr val="24292E"/>
                </a:solidFill>
                <a:effectLst/>
                <a:latin typeface="SFMono-Regular"/>
              </a:rPr>
              <a:t>G0P0: 514</a:t>
            </a:r>
          </a:p>
          <a:p>
            <a:r>
              <a:rPr lang="en-US" b="0" i="0">
                <a:solidFill>
                  <a:srgbClr val="24292E"/>
                </a:solidFill>
                <a:effectLst/>
                <a:latin typeface="SFMono-Regular"/>
              </a:rPr>
              <a:t> -------------------------------------------------- </a:t>
            </a:r>
          </a:p>
          <a:p>
            <a:r>
              <a:rPr lang="en-US" b="0" i="0">
                <a:solidFill>
                  <a:srgbClr val="24292E"/>
                </a:solidFill>
                <a:effectLst/>
                <a:latin typeface="SFMono-Regular"/>
              </a:rPr>
              <a:t>Sensitivity: 0.9135802469135802 </a:t>
            </a:r>
          </a:p>
          <a:p>
            <a:r>
              <a:rPr lang="en-US" b="0" i="0">
                <a:solidFill>
                  <a:srgbClr val="24292E"/>
                </a:solidFill>
                <a:effectLst/>
                <a:latin typeface="SFMono-Regular"/>
              </a:rPr>
              <a:t>Specificity: 0.9865642994241842 </a:t>
            </a:r>
          </a:p>
          <a:p>
            <a:r>
              <a:rPr lang="en-US" b="0" i="0">
                <a:solidFill>
                  <a:srgbClr val="24292E"/>
                </a:solidFill>
                <a:effectLst/>
                <a:latin typeface="SFMono-Regular"/>
              </a:rPr>
              <a:t>False_positive_rate: 0.009633911368015413 </a:t>
            </a:r>
          </a:p>
          <a:p>
            <a:r>
              <a:rPr lang="en-US" b="0" i="0">
                <a:solidFill>
                  <a:srgbClr val="24292E"/>
                </a:solidFill>
                <a:effectLst/>
                <a:latin typeface="SFMono-Regular"/>
              </a:rPr>
              <a:t>False_negative_rate: 0.08641975308641975</a:t>
            </a:r>
            <a:endParaRPr lang="en-US"/>
          </a:p>
        </p:txBody>
      </p:sp>
    </p:spTree>
    <p:extLst>
      <p:ext uri="{BB962C8B-B14F-4D97-AF65-F5344CB8AC3E}">
        <p14:creationId xmlns:p14="http://schemas.microsoft.com/office/powerpoint/2010/main" val="2320717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Thư viện Keras</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1800" y="806923"/>
            <a:ext cx="8229600" cy="724212"/>
          </a:xfrm>
        </p:spPr>
        <p:txBody>
          <a:bodyPr>
            <a:normAutofit fontScale="92500"/>
          </a:bodyPr>
          <a:lstStyle/>
          <a:p>
            <a:pPr algn="just"/>
            <a:r>
              <a:rPr lang="en-US" sz="2400" b="1" i="0">
                <a:solidFill>
                  <a:srgbClr val="1B1B1B"/>
                </a:solidFill>
                <a:effectLst/>
                <a:latin typeface="Open Sans" panose="020B0606030504020204" pitchFamily="34" charset="0"/>
              </a:rPr>
              <a:t>Sử dụng cho </a:t>
            </a:r>
            <a:r>
              <a:rPr lang="vi-VN" sz="2400" b="1" i="0">
                <a:solidFill>
                  <a:srgbClr val="1B1B1B"/>
                </a:solidFill>
                <a:effectLst/>
                <a:latin typeface="Open Sans" panose="020B0606030504020204" pitchFamily="34" charset="0"/>
              </a:rPr>
              <a:t>Deep Learning, hay Deep Neural Network</a:t>
            </a:r>
            <a:endParaRPr lang="en-US" sz="2400" b="1"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52</a:t>
            </a:fld>
            <a:r>
              <a:rPr lang="en-US"/>
              <a:t>/</a:t>
            </a:r>
          </a:p>
        </p:txBody>
      </p:sp>
      <p:pic>
        <p:nvPicPr>
          <p:cNvPr id="1026" name="Picture 2">
            <a:extLst>
              <a:ext uri="{FF2B5EF4-FFF2-40B4-BE49-F238E27FC236}">
                <a16:creationId xmlns:a16="http://schemas.microsoft.com/office/drawing/2014/main" id="{F31233DD-B1F7-4D23-B5AE-8BC0562E9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1135"/>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663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Thư viện Keras</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381001" y="1048748"/>
            <a:ext cx="8229600" cy="4525963"/>
          </a:xfrm>
        </p:spPr>
        <p:txBody>
          <a:bodyPr>
            <a:noAutofit/>
          </a:bodyPr>
          <a:lstStyle/>
          <a:p>
            <a:pPr algn="just"/>
            <a:r>
              <a:rPr lang="vi-VN" sz="2000" b="0" i="0">
                <a:solidFill>
                  <a:srgbClr val="1B1B1B"/>
                </a:solidFill>
                <a:effectLst/>
                <a:latin typeface="Open Sans" panose="020B0606030504020204" pitchFamily="34" charset="0"/>
              </a:rPr>
              <a:t>Keras là một thư viện về Deep Learning mã nguồn mở được viết bằng Python. </a:t>
            </a:r>
            <a:endParaRPr lang="en-US" sz="2000" b="0" i="0">
              <a:solidFill>
                <a:srgbClr val="1B1B1B"/>
              </a:solidFill>
              <a:effectLst/>
              <a:latin typeface="Open Sans" panose="020B0606030504020204" pitchFamily="34" charset="0"/>
            </a:endParaRPr>
          </a:p>
          <a:p>
            <a:pPr algn="just"/>
            <a:r>
              <a:rPr lang="vi-VN" sz="2000" b="0" i="0">
                <a:solidFill>
                  <a:srgbClr val="1B1B1B"/>
                </a:solidFill>
                <a:effectLst/>
                <a:latin typeface="Open Sans" panose="020B0606030504020204" pitchFamily="34" charset="0"/>
              </a:rPr>
              <a:t>Keras cung cấp một quyền kiểm tra hiệu quả trên các mạng chi tiết. Keras </a:t>
            </a:r>
            <a:r>
              <a:rPr lang="en-US" sz="2000" b="0" i="0">
                <a:solidFill>
                  <a:srgbClr val="1B1B1B"/>
                </a:solidFill>
                <a:effectLst/>
                <a:latin typeface="Open Sans" panose="020B0606030504020204" pitchFamily="34" charset="0"/>
              </a:rPr>
              <a:t>có </a:t>
            </a:r>
            <a:r>
              <a:rPr lang="vi-VN" sz="2000" b="0" i="0">
                <a:solidFill>
                  <a:srgbClr val="1B1B1B"/>
                </a:solidFill>
                <a:effectLst/>
                <a:latin typeface="Open Sans" panose="020B0606030504020204" pitchFamily="34" charset="0"/>
              </a:rPr>
              <a:t>cấu trúc mô-đun và độ thân thiện với người</a:t>
            </a:r>
            <a:r>
              <a:rPr lang="en-US" sz="2000" b="0" i="0">
                <a:solidFill>
                  <a:srgbClr val="1B1B1B"/>
                </a:solidFill>
                <a:effectLst/>
                <a:latin typeface="Open Sans" panose="020B0606030504020204" pitchFamily="34" charset="0"/>
              </a:rPr>
              <a:t> dùng.</a:t>
            </a:r>
          </a:p>
          <a:p>
            <a:pPr marL="0" indent="0" algn="just">
              <a:buNone/>
            </a:pPr>
            <a:endParaRPr lang="en-US" sz="24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53</a:t>
            </a:fld>
            <a:r>
              <a:rPr lang="en-US"/>
              <a:t>/</a:t>
            </a:r>
          </a:p>
        </p:txBody>
      </p:sp>
      <p:sp>
        <p:nvSpPr>
          <p:cNvPr id="6" name="Content Placeholder 2">
            <a:extLst>
              <a:ext uri="{FF2B5EF4-FFF2-40B4-BE49-F238E27FC236}">
                <a16:creationId xmlns:a16="http://schemas.microsoft.com/office/drawing/2014/main" id="{E5ECEE08-D66C-4717-A9AD-F24503B4E73A}"/>
              </a:ext>
            </a:extLst>
          </p:cNvPr>
          <p:cNvSpPr txBox="1">
            <a:spLocks/>
          </p:cNvSpPr>
          <p:nvPr/>
        </p:nvSpPr>
        <p:spPr>
          <a:xfrm>
            <a:off x="457200" y="2590800"/>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vi-VN" sz="2000">
                <a:solidFill>
                  <a:srgbClr val="1B1B1B"/>
                </a:solidFill>
                <a:latin typeface="Open Sans" panose="020B0606030504020204" pitchFamily="34" charset="0"/>
              </a:rPr>
              <a:t>Những khả năng của Keras:</a:t>
            </a:r>
          </a:p>
          <a:p>
            <a:pPr algn="just"/>
            <a:r>
              <a:rPr lang="vi-VN" sz="1800" b="0">
                <a:solidFill>
                  <a:srgbClr val="1B1B1B"/>
                </a:solidFill>
                <a:latin typeface="Open Sans" panose="020B0606030504020204" pitchFamily="34" charset="0"/>
              </a:rPr>
              <a:t>Keras là một thư viện Python mạnh mẽ. Nó có khả năng chạy trên Bộ công cụ nhận thức của Microsoft (Microsoft Cognitive Toolkit), PaidML, TensorFlow và các nền tảng khác.</a:t>
            </a:r>
          </a:p>
          <a:p>
            <a:pPr algn="just"/>
            <a:r>
              <a:rPr lang="vi-VN" sz="1800" b="0">
                <a:solidFill>
                  <a:srgbClr val="1B1B1B"/>
                </a:solidFill>
                <a:latin typeface="Open Sans" panose="020B0606030504020204" pitchFamily="34" charset="0"/>
              </a:rPr>
              <a:t>Thư viện Python này có nhiều cách triển khai từ các khối hình thành mạng nơ-ron - chức năng, lớp, trình tối ưu hóa, các đối tượng </a:t>
            </a:r>
            <a:r>
              <a:rPr lang="en-US" sz="1800" b="0">
                <a:solidFill>
                  <a:srgbClr val="1B1B1B"/>
                </a:solidFill>
                <a:latin typeface="Open Sans" panose="020B0606030504020204" pitchFamily="34" charset="0"/>
              </a:rPr>
              <a:t>v.v</a:t>
            </a:r>
            <a:endParaRPr lang="vi-VN" sz="1800" b="0">
              <a:solidFill>
                <a:srgbClr val="1B1B1B"/>
              </a:solidFill>
              <a:latin typeface="Open Sans" panose="020B0606030504020204" pitchFamily="34" charset="0"/>
            </a:endParaRPr>
          </a:p>
          <a:p>
            <a:pPr algn="just"/>
            <a:r>
              <a:rPr lang="vi-VN" sz="1800" b="0">
                <a:solidFill>
                  <a:srgbClr val="1B1B1B"/>
                </a:solidFill>
                <a:latin typeface="Open Sans" panose="020B0606030504020204" pitchFamily="34" charset="0"/>
              </a:rPr>
              <a:t>Keras cũng có nhiều công cụ hữu ích cho phép làm việc với các hình ảnh và văn bản khác nhau một cách dễ dàng.</a:t>
            </a:r>
          </a:p>
          <a:p>
            <a:pPr algn="just"/>
            <a:r>
              <a:rPr lang="en-US" sz="1800" b="0">
                <a:solidFill>
                  <a:srgbClr val="1B1B1B"/>
                </a:solidFill>
                <a:latin typeface="Open Sans" panose="020B0606030504020204" pitchFamily="34" charset="0"/>
              </a:rPr>
              <a:t>Cu</a:t>
            </a:r>
            <a:r>
              <a:rPr lang="vi-VN" sz="1800" b="0">
                <a:solidFill>
                  <a:srgbClr val="1B1B1B"/>
                </a:solidFill>
                <a:latin typeface="Open Sans" panose="020B0606030504020204" pitchFamily="34" charset="0"/>
              </a:rPr>
              <a:t>ng cấp một môi trường hỗ trợ đầy đủ cho các mạng nơ-ron tích hợp và tái hiện.</a:t>
            </a:r>
          </a:p>
          <a:p>
            <a:pPr algn="just"/>
            <a:r>
              <a:rPr lang="vi-VN" sz="1800" b="0">
                <a:solidFill>
                  <a:srgbClr val="1B1B1B"/>
                </a:solidFill>
                <a:latin typeface="Open Sans" panose="020B0606030504020204" pitchFamily="34" charset="0"/>
              </a:rPr>
              <a:t>Sử dụng Keras, có thể xây dựng các mô hình sâu cho điện thoại thông minh - cả Android và iOS hoặc cả Java Virtual Machine.</a:t>
            </a:r>
            <a:endParaRPr lang="en-US" sz="1800" b="0">
              <a:solidFill>
                <a:srgbClr val="1B1B1B"/>
              </a:solidFill>
              <a:latin typeface="Open Sans" panose="020B0606030504020204" pitchFamily="34" charset="0"/>
            </a:endParaRPr>
          </a:p>
          <a:p>
            <a:pPr algn="just"/>
            <a:endParaRPr lang="en-US" sz="2000">
              <a:solidFill>
                <a:srgbClr val="1B1B1B"/>
              </a:solidFill>
              <a:latin typeface="Open Sans" panose="020B0606030504020204" pitchFamily="34" charset="0"/>
            </a:endParaRPr>
          </a:p>
        </p:txBody>
      </p:sp>
      <p:sp>
        <p:nvSpPr>
          <p:cNvPr id="7" name="TextBox 6">
            <a:extLst>
              <a:ext uri="{FF2B5EF4-FFF2-40B4-BE49-F238E27FC236}">
                <a16:creationId xmlns:a16="http://schemas.microsoft.com/office/drawing/2014/main" id="{4A22CDD0-0EEE-498F-B0C8-21BA4B99D455}"/>
              </a:ext>
            </a:extLst>
          </p:cNvPr>
          <p:cNvSpPr txBox="1"/>
          <p:nvPr/>
        </p:nvSpPr>
        <p:spPr>
          <a:xfrm>
            <a:off x="5589104" y="705627"/>
            <a:ext cx="3581400" cy="369332"/>
          </a:xfrm>
          <a:prstGeom prst="rect">
            <a:avLst/>
          </a:prstGeom>
          <a:solidFill>
            <a:srgbClr val="FFFF00"/>
          </a:solidFill>
        </p:spPr>
        <p:txBody>
          <a:bodyPr wrap="square">
            <a:spAutoFit/>
          </a:bodyPr>
          <a:lstStyle/>
          <a:p>
            <a:r>
              <a:rPr lang="en-US">
                <a:solidFill>
                  <a:srgbClr val="FF0000"/>
                </a:solidFill>
              </a:rPr>
              <a:t>Tải : https://pypi.org/project/keras/</a:t>
            </a:r>
          </a:p>
        </p:txBody>
      </p:sp>
    </p:spTree>
    <p:extLst>
      <p:ext uri="{BB962C8B-B14F-4D97-AF65-F5344CB8AC3E}">
        <p14:creationId xmlns:p14="http://schemas.microsoft.com/office/powerpoint/2010/main" val="7311799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p:txBody>
          <a:bodyPr/>
          <a:lstStyle/>
          <a:p>
            <a:r>
              <a:rPr lang="en-US"/>
              <a:t>Thư viện TensorFlow</a:t>
            </a:r>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10817" y="1314465"/>
            <a:ext cx="8229600" cy="4525963"/>
          </a:xfrm>
        </p:spPr>
        <p:txBody>
          <a:bodyPr>
            <a:noAutofit/>
          </a:bodyPr>
          <a:lstStyle/>
          <a:p>
            <a:pPr algn="just"/>
            <a:r>
              <a:rPr lang="vi-VN" sz="2000" b="0" i="0">
                <a:solidFill>
                  <a:srgbClr val="1B1B1B"/>
                </a:solidFill>
                <a:effectLst/>
                <a:latin typeface="Open Sans" panose="020B0606030504020204" pitchFamily="34" charset="0"/>
              </a:rPr>
              <a:t>TensorFlow là một thư viện miễn phí mã nguồn mở dành cho </a:t>
            </a:r>
            <a:r>
              <a:rPr lang="en-US" sz="2000" b="0" i="0">
                <a:solidFill>
                  <a:srgbClr val="1B1B1B"/>
                </a:solidFill>
                <a:effectLst/>
                <a:latin typeface="Open Sans" panose="020B0606030504020204" pitchFamily="34" charset="0"/>
              </a:rPr>
              <a:t>v</a:t>
            </a:r>
            <a:r>
              <a:rPr lang="vi-VN" sz="2000" b="0" i="0">
                <a:solidFill>
                  <a:srgbClr val="1B1B1B"/>
                </a:solidFill>
                <a:effectLst/>
                <a:latin typeface="Open Sans" panose="020B0606030504020204" pitchFamily="34" charset="0"/>
              </a:rPr>
              <a:t>iệc viết các thuật toán Machine Learning và thực hiện các tính toán </a:t>
            </a:r>
            <a:r>
              <a:rPr lang="en-US" sz="2000" b="0" i="0">
                <a:solidFill>
                  <a:srgbClr val="1B1B1B"/>
                </a:solidFill>
                <a:effectLst/>
                <a:latin typeface="Open Sans" panose="020B0606030504020204" pitchFamily="34" charset="0"/>
              </a:rPr>
              <a:t>phức tạp</a:t>
            </a:r>
            <a:r>
              <a:rPr lang="vi-VN" sz="2000" b="0" i="0">
                <a:solidFill>
                  <a:srgbClr val="1B1B1B"/>
                </a:solidFill>
                <a:effectLst/>
                <a:latin typeface="Open Sans" panose="020B0606030504020204" pitchFamily="34" charset="0"/>
              </a:rPr>
              <a:t> liên quan đến Mạng nơ-ron</a:t>
            </a:r>
            <a:endParaRPr lang="en-US" sz="2000" b="0" i="0">
              <a:solidFill>
                <a:srgbClr val="1B1B1B"/>
              </a:solidFill>
              <a:effectLst/>
              <a:latin typeface="Open Sans" panose="020B0606030504020204" pitchFamily="34" charset="0"/>
            </a:endParaRPr>
          </a:p>
          <a:p>
            <a:pPr algn="just"/>
            <a:r>
              <a:rPr lang="en-US" sz="2000" b="0" i="0">
                <a:solidFill>
                  <a:srgbClr val="1B1B1B"/>
                </a:solidFill>
                <a:effectLst/>
                <a:latin typeface="Open Sans" panose="020B0606030504020204" pitchFamily="34" charset="0"/>
              </a:rPr>
              <a:t>D</a:t>
            </a:r>
            <a:r>
              <a:rPr lang="vi-VN" sz="2000" b="0" i="0">
                <a:solidFill>
                  <a:srgbClr val="1B1B1B"/>
                </a:solidFill>
                <a:effectLst/>
                <a:latin typeface="Open Sans" panose="020B0606030504020204" pitchFamily="34" charset="0"/>
              </a:rPr>
              <a:t>ễ học và sử dụng, có một bộ công cụ cực kỳ hữu ích và tiện lợi. </a:t>
            </a:r>
            <a:endParaRPr lang="en-US" sz="24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54</a:t>
            </a:fld>
            <a:r>
              <a:rPr lang="en-US"/>
              <a:t>/</a:t>
            </a:r>
          </a:p>
        </p:txBody>
      </p:sp>
      <p:sp>
        <p:nvSpPr>
          <p:cNvPr id="6" name="Content Placeholder 2">
            <a:extLst>
              <a:ext uri="{FF2B5EF4-FFF2-40B4-BE49-F238E27FC236}">
                <a16:creationId xmlns:a16="http://schemas.microsoft.com/office/drawing/2014/main" id="{E5ECEE08-D66C-4717-A9AD-F24503B4E73A}"/>
              </a:ext>
            </a:extLst>
          </p:cNvPr>
          <p:cNvSpPr txBox="1">
            <a:spLocks/>
          </p:cNvSpPr>
          <p:nvPr/>
        </p:nvSpPr>
        <p:spPr>
          <a:xfrm>
            <a:off x="500270" y="3048000"/>
            <a:ext cx="8458200" cy="30747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vi-VN" sz="2000">
                <a:solidFill>
                  <a:srgbClr val="1B1B1B"/>
                </a:solidFill>
                <a:latin typeface="Open Sans" panose="020B0606030504020204" pitchFamily="34" charset="0"/>
              </a:rPr>
              <a:t>Những khả năng của TensorFlow:</a:t>
            </a:r>
          </a:p>
          <a:p>
            <a:pPr algn="just"/>
            <a:r>
              <a:rPr lang="vi-VN" sz="1800" b="0">
                <a:solidFill>
                  <a:srgbClr val="1B1B1B"/>
                </a:solidFill>
                <a:latin typeface="Open Sans" panose="020B0606030504020204" pitchFamily="34" charset="0"/>
              </a:rPr>
              <a:t>TensorFlow sử dụng những API có hiệu suất cao và tự động như – Keras. Nó hỗ trợ khả năng xây dựng lại các mô hình machine learning gần như ngay tức khắc. </a:t>
            </a:r>
          </a:p>
          <a:p>
            <a:pPr algn="just"/>
            <a:r>
              <a:rPr lang="en-US" sz="1800" b="0">
                <a:solidFill>
                  <a:srgbClr val="1B1B1B"/>
                </a:solidFill>
                <a:latin typeface="Open Sans" panose="020B0606030504020204" pitchFamily="34" charset="0"/>
              </a:rPr>
              <a:t>G</a:t>
            </a:r>
            <a:r>
              <a:rPr lang="vi-VN" sz="1800" b="0">
                <a:solidFill>
                  <a:srgbClr val="1B1B1B"/>
                </a:solidFill>
                <a:latin typeface="Open Sans" panose="020B0606030504020204" pitchFamily="34" charset="0"/>
              </a:rPr>
              <a:t>iúp chúng ta tiết kiệm thời gian hơn cho việc debug trong quá trình xây dựng mô hình và training thuật toán bằng cách sử dụng Eager Execution. </a:t>
            </a:r>
          </a:p>
          <a:p>
            <a:pPr algn="just"/>
            <a:r>
              <a:rPr lang="en-US" sz="1800" b="0">
                <a:solidFill>
                  <a:srgbClr val="1B1B1B"/>
                </a:solidFill>
                <a:latin typeface="Open Sans" panose="020B0606030504020204" pitchFamily="34" charset="0"/>
              </a:rPr>
              <a:t>D</a:t>
            </a:r>
            <a:r>
              <a:rPr lang="vi-VN" sz="1800" b="0">
                <a:solidFill>
                  <a:srgbClr val="1B1B1B"/>
                </a:solidFill>
                <a:latin typeface="Open Sans" panose="020B0606030504020204" pitchFamily="34" charset="0"/>
              </a:rPr>
              <a:t>ễ dàng di chuyển các mô hình Machine Learning của mình trên kho dữ liệu đám mây, trên mọi thiết bị hoặc bất kỳ trình duyệt nào.</a:t>
            </a:r>
          </a:p>
          <a:p>
            <a:pPr algn="just"/>
            <a:r>
              <a:rPr lang="vi-VN" sz="1800" b="0">
                <a:solidFill>
                  <a:srgbClr val="1B1B1B"/>
                </a:solidFill>
                <a:latin typeface="Open Sans" panose="020B0606030504020204" pitchFamily="34" charset="0"/>
              </a:rPr>
              <a:t>TensorFlow đi kèm với một kiến trúc dễ học. Bạn có thể nhanh chóng phát triển mô hình của mình thành code và tạo ra các sản phẩm dễ dàng hơn.</a:t>
            </a:r>
          </a:p>
        </p:txBody>
      </p:sp>
      <p:sp>
        <p:nvSpPr>
          <p:cNvPr id="7" name="TextBox 6">
            <a:extLst>
              <a:ext uri="{FF2B5EF4-FFF2-40B4-BE49-F238E27FC236}">
                <a16:creationId xmlns:a16="http://schemas.microsoft.com/office/drawing/2014/main" id="{A0DD7DF7-2B7E-4FC6-BF4E-7773E3CCEF6F}"/>
              </a:ext>
            </a:extLst>
          </p:cNvPr>
          <p:cNvSpPr txBox="1"/>
          <p:nvPr/>
        </p:nvSpPr>
        <p:spPr>
          <a:xfrm>
            <a:off x="4575313" y="731837"/>
            <a:ext cx="4568687" cy="369332"/>
          </a:xfrm>
          <a:prstGeom prst="rect">
            <a:avLst/>
          </a:prstGeom>
          <a:solidFill>
            <a:srgbClr val="FFFF00"/>
          </a:solidFill>
        </p:spPr>
        <p:txBody>
          <a:bodyPr wrap="square">
            <a:spAutoFit/>
          </a:bodyPr>
          <a:lstStyle/>
          <a:p>
            <a:r>
              <a:rPr lang="en-US">
                <a:solidFill>
                  <a:srgbClr val="FF0000"/>
                </a:solidFill>
              </a:rPr>
              <a:t>Tải: https://github.com/tensorflow/tensorflow</a:t>
            </a:r>
          </a:p>
        </p:txBody>
      </p:sp>
    </p:spTree>
    <p:extLst>
      <p:ext uri="{BB962C8B-B14F-4D97-AF65-F5344CB8AC3E}">
        <p14:creationId xmlns:p14="http://schemas.microsoft.com/office/powerpoint/2010/main" val="4154803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a:xfrm>
            <a:off x="228600" y="-76209"/>
            <a:ext cx="8686800" cy="884237"/>
          </a:xfrm>
        </p:spPr>
        <p:txBody>
          <a:bodyPr>
            <a:noAutofit/>
          </a:bodyPr>
          <a:lstStyle/>
          <a:p>
            <a:r>
              <a:rPr lang="en-US" sz="3200"/>
              <a:t>Thư viện </a:t>
            </a:r>
            <a:r>
              <a:rPr lang="vi-VN" sz="3200"/>
              <a:t>Theano- Trình biên dịch tối ưu hóa</a:t>
            </a:r>
            <a:endParaRPr lang="en-US" sz="3200"/>
          </a:p>
        </p:txBody>
      </p:sp>
      <p:sp>
        <p:nvSpPr>
          <p:cNvPr id="3" name="Content Placeholder 2">
            <a:extLst>
              <a:ext uri="{FF2B5EF4-FFF2-40B4-BE49-F238E27FC236}">
                <a16:creationId xmlns:a16="http://schemas.microsoft.com/office/drawing/2014/main" id="{F88F82AF-48A6-4ED1-B4E2-61A01325A8DD}"/>
              </a:ext>
            </a:extLst>
          </p:cNvPr>
          <p:cNvSpPr>
            <a:spLocks noGrp="1"/>
          </p:cNvSpPr>
          <p:nvPr>
            <p:ph idx="1"/>
          </p:nvPr>
        </p:nvSpPr>
        <p:spPr>
          <a:xfrm>
            <a:off x="433181" y="992695"/>
            <a:ext cx="8229600" cy="1905355"/>
          </a:xfrm>
        </p:spPr>
        <p:txBody>
          <a:bodyPr>
            <a:noAutofit/>
          </a:bodyPr>
          <a:lstStyle/>
          <a:p>
            <a:pPr algn="just">
              <a:spcBef>
                <a:spcPts val="600"/>
              </a:spcBef>
            </a:pPr>
            <a:r>
              <a:rPr lang="vi-VN" sz="2000" b="0" i="0">
                <a:solidFill>
                  <a:srgbClr val="1B1B1B"/>
                </a:solidFill>
                <a:effectLst/>
                <a:latin typeface="Open Sans" panose="020B0606030504020204" pitchFamily="34" charset="0"/>
              </a:rPr>
              <a:t>Theano là một thư viện Python và trình biên dịch tối ưu hóa. </a:t>
            </a:r>
            <a:endParaRPr lang="en-US" sz="2000" b="0" i="0">
              <a:solidFill>
                <a:srgbClr val="1B1B1B"/>
              </a:solidFill>
              <a:effectLst/>
              <a:latin typeface="Open Sans" panose="020B0606030504020204" pitchFamily="34" charset="0"/>
            </a:endParaRPr>
          </a:p>
          <a:p>
            <a:pPr algn="just">
              <a:spcBef>
                <a:spcPts val="600"/>
              </a:spcBef>
            </a:pPr>
            <a:r>
              <a:rPr lang="en-US" sz="2000" b="0" i="0">
                <a:solidFill>
                  <a:srgbClr val="1B1B1B"/>
                </a:solidFill>
                <a:effectLst/>
                <a:latin typeface="Open Sans" panose="020B0606030504020204" pitchFamily="34" charset="0"/>
              </a:rPr>
              <a:t>L</a:t>
            </a:r>
            <a:r>
              <a:rPr lang="vi-VN" sz="2000" b="0" i="0">
                <a:solidFill>
                  <a:srgbClr val="1B1B1B"/>
                </a:solidFill>
                <a:effectLst/>
                <a:latin typeface="Open Sans" panose="020B0606030504020204" pitchFamily="34" charset="0"/>
              </a:rPr>
              <a:t>à một framework tính toán trong Machine Learning, được thiết kế để thực hiện các phép tính mảng đa chiều. Hoạt động tương tự như TensorFlow, Theano có thể được sử dụng trong </a:t>
            </a:r>
            <a:r>
              <a:rPr lang="en-US" sz="2000" b="0" i="0">
                <a:solidFill>
                  <a:srgbClr val="1B1B1B"/>
                </a:solidFill>
                <a:effectLst/>
                <a:latin typeface="Open Sans" panose="020B0606030504020204" pitchFamily="34" charset="0"/>
              </a:rPr>
              <a:t>môi trường phân tán hoặc song song</a:t>
            </a:r>
            <a:r>
              <a:rPr lang="vi-VN" sz="2000" b="0" i="0">
                <a:solidFill>
                  <a:srgbClr val="1B1B1B"/>
                </a:solidFill>
                <a:effectLst/>
                <a:latin typeface="Open Sans" panose="020B0606030504020204" pitchFamily="34" charset="0"/>
              </a:rPr>
              <a:t>.</a:t>
            </a:r>
            <a:endParaRPr lang="en-US" sz="2000" b="0" i="0">
              <a:solidFill>
                <a:srgbClr val="1B1B1B"/>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55</a:t>
            </a:fld>
            <a:r>
              <a:rPr lang="en-US"/>
              <a:t>/</a:t>
            </a:r>
          </a:p>
        </p:txBody>
      </p:sp>
      <p:sp>
        <p:nvSpPr>
          <p:cNvPr id="6" name="Content Placeholder 2">
            <a:extLst>
              <a:ext uri="{FF2B5EF4-FFF2-40B4-BE49-F238E27FC236}">
                <a16:creationId xmlns:a16="http://schemas.microsoft.com/office/drawing/2014/main" id="{E5ECEE08-D66C-4717-A9AD-F24503B4E73A}"/>
              </a:ext>
            </a:extLst>
          </p:cNvPr>
          <p:cNvSpPr txBox="1">
            <a:spLocks/>
          </p:cNvSpPr>
          <p:nvPr/>
        </p:nvSpPr>
        <p:spPr>
          <a:xfrm>
            <a:off x="318881" y="2898051"/>
            <a:ext cx="8458200" cy="327415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vi-VN" sz="2000">
                <a:solidFill>
                  <a:srgbClr val="1B1B1B"/>
                </a:solidFill>
                <a:latin typeface="Open Sans" panose="020B0606030504020204" pitchFamily="34" charset="0"/>
              </a:rPr>
              <a:t>Những khả năng của T</a:t>
            </a:r>
            <a:r>
              <a:rPr lang="en-US" sz="2000">
                <a:solidFill>
                  <a:srgbClr val="1B1B1B"/>
                </a:solidFill>
                <a:latin typeface="Open Sans" panose="020B0606030504020204" pitchFamily="34" charset="0"/>
              </a:rPr>
              <a:t>heano</a:t>
            </a:r>
            <a:endParaRPr lang="vi-VN" sz="2000">
              <a:solidFill>
                <a:srgbClr val="1B1B1B"/>
              </a:solidFill>
              <a:latin typeface="Open Sans" panose="020B0606030504020204" pitchFamily="34" charset="0"/>
            </a:endParaRPr>
          </a:p>
          <a:p>
            <a:pPr algn="just">
              <a:spcBef>
                <a:spcPts val="600"/>
              </a:spcBef>
            </a:pPr>
            <a:r>
              <a:rPr lang="vi-VN" sz="1800" b="0">
                <a:solidFill>
                  <a:srgbClr val="1B1B1B"/>
                </a:solidFill>
                <a:latin typeface="Open Sans" panose="020B0606030504020204" pitchFamily="34" charset="0"/>
              </a:rPr>
              <a:t>Theano có thể hoạt động thực sự tốt với GPU. Nó cũng có thể thực hiện phân biệt các đặc điểm khác nhau của một hay nhiều đầu vào.</a:t>
            </a:r>
          </a:p>
          <a:p>
            <a:pPr algn="just">
              <a:spcBef>
                <a:spcPts val="600"/>
              </a:spcBef>
            </a:pPr>
            <a:r>
              <a:rPr lang="en-US" sz="1800" b="0">
                <a:solidFill>
                  <a:srgbClr val="1B1B1B"/>
                </a:solidFill>
                <a:latin typeface="Open Sans" panose="020B0606030504020204" pitchFamily="34" charset="0"/>
              </a:rPr>
              <a:t>C</a:t>
            </a:r>
            <a:r>
              <a:rPr lang="vi-VN" sz="1800" b="0">
                <a:solidFill>
                  <a:srgbClr val="1B1B1B"/>
                </a:solidFill>
                <a:latin typeface="Open Sans" panose="020B0606030504020204" pitchFamily="34" charset="0"/>
              </a:rPr>
              <a:t>ó giao diện khá giống với Numpy’s. Đây là lý do tại sao numpy.ndarrays đã được tích hợp sẵn trong Theano.</a:t>
            </a:r>
          </a:p>
          <a:p>
            <a:pPr algn="just">
              <a:spcBef>
                <a:spcPts val="600"/>
              </a:spcBef>
            </a:pPr>
            <a:r>
              <a:rPr lang="vi-VN" sz="1800" b="0">
                <a:solidFill>
                  <a:srgbClr val="1B1B1B"/>
                </a:solidFill>
                <a:latin typeface="Open Sans" panose="020B0606030504020204" pitchFamily="34" charset="0"/>
              </a:rPr>
              <a:t>Theano cho phép tránh các bug khi làm việc với các biểu thức. </a:t>
            </a:r>
            <a:r>
              <a:rPr lang="en-US" sz="1800" b="0">
                <a:solidFill>
                  <a:srgbClr val="1B1B1B"/>
                </a:solidFill>
                <a:latin typeface="Open Sans" panose="020B0606030504020204" pitchFamily="34" charset="0"/>
              </a:rPr>
              <a:t>C</a:t>
            </a:r>
            <a:r>
              <a:rPr lang="vi-VN" sz="1800" b="0">
                <a:solidFill>
                  <a:srgbClr val="1B1B1B"/>
                </a:solidFill>
                <a:latin typeface="Open Sans" panose="020B0606030504020204" pitchFamily="34" charset="0"/>
              </a:rPr>
              <a:t>ó thể làm việc liên tục trên các biểu thức mà không mất thời gian.</a:t>
            </a:r>
          </a:p>
          <a:p>
            <a:pPr algn="just">
              <a:spcBef>
                <a:spcPts val="600"/>
              </a:spcBef>
            </a:pPr>
            <a:r>
              <a:rPr lang="vi-VN" sz="1800" b="0">
                <a:solidFill>
                  <a:srgbClr val="1B1B1B"/>
                </a:solidFill>
                <a:latin typeface="Open Sans" panose="020B0606030504020204" pitchFamily="34" charset="0"/>
              </a:rPr>
              <a:t>Thư viện này giúp tính toán nhanh hơn 140 lần so với thông thường. Tính toán các ứng dụng sử dụng nhiều dữ liệu dễ dàng hơn với Theano.</a:t>
            </a:r>
          </a:p>
          <a:p>
            <a:pPr algn="just">
              <a:spcBef>
                <a:spcPts val="600"/>
              </a:spcBef>
            </a:pPr>
            <a:r>
              <a:rPr lang="en-US" sz="1800" b="0">
                <a:solidFill>
                  <a:srgbClr val="1B1B1B"/>
                </a:solidFill>
                <a:latin typeface="Open Sans" panose="020B0606030504020204" pitchFamily="34" charset="0"/>
              </a:rPr>
              <a:t>C</a:t>
            </a:r>
            <a:r>
              <a:rPr lang="vi-VN" sz="1800" b="0">
                <a:solidFill>
                  <a:srgbClr val="1B1B1B"/>
                </a:solidFill>
                <a:latin typeface="Open Sans" panose="020B0606030504020204" pitchFamily="34" charset="0"/>
              </a:rPr>
              <a:t>ung cấp nhiều công cụ hữu ích để tìm ra và xử lý bug.</a:t>
            </a:r>
            <a:endParaRPr lang="en-US" sz="1800" b="0">
              <a:solidFill>
                <a:srgbClr val="1B1B1B"/>
              </a:solidFill>
              <a:latin typeface="Open Sans" panose="020B0606030504020204" pitchFamily="34" charset="0"/>
            </a:endParaRPr>
          </a:p>
        </p:txBody>
      </p:sp>
      <p:sp>
        <p:nvSpPr>
          <p:cNvPr id="8" name="TextBox 7">
            <a:extLst>
              <a:ext uri="{FF2B5EF4-FFF2-40B4-BE49-F238E27FC236}">
                <a16:creationId xmlns:a16="http://schemas.microsoft.com/office/drawing/2014/main" id="{4216C7AA-E9F3-4EF2-868D-A384DE0050C6}"/>
              </a:ext>
            </a:extLst>
          </p:cNvPr>
          <p:cNvSpPr txBox="1"/>
          <p:nvPr/>
        </p:nvSpPr>
        <p:spPr>
          <a:xfrm>
            <a:off x="5129419" y="685800"/>
            <a:ext cx="4014581" cy="369332"/>
          </a:xfrm>
          <a:prstGeom prst="rect">
            <a:avLst/>
          </a:prstGeom>
          <a:solidFill>
            <a:srgbClr val="FFFF00"/>
          </a:solidFill>
        </p:spPr>
        <p:txBody>
          <a:bodyPr wrap="square">
            <a:spAutoFit/>
          </a:bodyPr>
          <a:lstStyle/>
          <a:p>
            <a:r>
              <a:rPr lang="en-US">
                <a:solidFill>
                  <a:srgbClr val="FF0000"/>
                </a:solidFill>
              </a:rPr>
              <a:t>Tải: https://github.com/Theano/Theano</a:t>
            </a:r>
          </a:p>
        </p:txBody>
      </p:sp>
    </p:spTree>
    <p:extLst>
      <p:ext uri="{BB962C8B-B14F-4D97-AF65-F5344CB8AC3E}">
        <p14:creationId xmlns:p14="http://schemas.microsoft.com/office/powerpoint/2010/main" val="2624245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22A-4EB6-45DA-9A3C-9F51CA84B14E}"/>
              </a:ext>
            </a:extLst>
          </p:cNvPr>
          <p:cNvSpPr>
            <a:spLocks noGrp="1"/>
          </p:cNvSpPr>
          <p:nvPr>
            <p:ph type="title"/>
          </p:nvPr>
        </p:nvSpPr>
        <p:spPr>
          <a:xfrm>
            <a:off x="228600" y="-76209"/>
            <a:ext cx="8686800" cy="884237"/>
          </a:xfrm>
        </p:spPr>
        <p:txBody>
          <a:bodyPr>
            <a:noAutofit/>
          </a:bodyPr>
          <a:lstStyle/>
          <a:p>
            <a:r>
              <a:rPr lang="en-US" sz="3200"/>
              <a:t>Một số thư viện khác</a:t>
            </a:r>
          </a:p>
        </p:txBody>
      </p:sp>
      <p:sp>
        <p:nvSpPr>
          <p:cNvPr id="4" name="Slide Number Placeholder 3">
            <a:extLst>
              <a:ext uri="{FF2B5EF4-FFF2-40B4-BE49-F238E27FC236}">
                <a16:creationId xmlns:a16="http://schemas.microsoft.com/office/drawing/2014/main" id="{88A6F4C2-5149-40B3-BA6B-35B6A45BB9C4}"/>
              </a:ext>
            </a:extLst>
          </p:cNvPr>
          <p:cNvSpPr>
            <a:spLocks noGrp="1"/>
          </p:cNvSpPr>
          <p:nvPr>
            <p:ph type="sldNum" sz="quarter" idx="12"/>
          </p:nvPr>
        </p:nvSpPr>
        <p:spPr/>
        <p:txBody>
          <a:bodyPr/>
          <a:lstStyle/>
          <a:p>
            <a:fld id="{8C13379D-D487-4446-85FC-E9ED5B8B80F6}" type="slidenum">
              <a:rPr lang="en-US" smtClean="0"/>
              <a:pPr/>
              <a:t>56</a:t>
            </a:fld>
            <a:r>
              <a:rPr lang="en-US"/>
              <a:t>/</a:t>
            </a:r>
          </a:p>
        </p:txBody>
      </p:sp>
      <p:sp>
        <p:nvSpPr>
          <p:cNvPr id="6" name="Content Placeholder 2">
            <a:extLst>
              <a:ext uri="{FF2B5EF4-FFF2-40B4-BE49-F238E27FC236}">
                <a16:creationId xmlns:a16="http://schemas.microsoft.com/office/drawing/2014/main" id="{E5ECEE08-D66C-4717-A9AD-F24503B4E73A}"/>
              </a:ext>
            </a:extLst>
          </p:cNvPr>
          <p:cNvSpPr txBox="1">
            <a:spLocks/>
          </p:cNvSpPr>
          <p:nvPr/>
        </p:nvSpPr>
        <p:spPr>
          <a:xfrm>
            <a:off x="342900" y="1219200"/>
            <a:ext cx="8458200" cy="327415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vi-VN" sz="2000">
                <a:solidFill>
                  <a:srgbClr val="1B1B1B"/>
                </a:solidFill>
                <a:latin typeface="Open Sans" panose="020B0606030504020204" pitchFamily="34" charset="0"/>
              </a:rPr>
              <a:t>Những khả năng của T</a:t>
            </a:r>
            <a:r>
              <a:rPr lang="en-US" sz="2000">
                <a:solidFill>
                  <a:srgbClr val="1B1B1B"/>
                </a:solidFill>
                <a:latin typeface="Open Sans" panose="020B0606030504020204" pitchFamily="34" charset="0"/>
              </a:rPr>
              <a:t>heano</a:t>
            </a:r>
            <a:endParaRPr lang="vi-VN" sz="2000">
              <a:solidFill>
                <a:srgbClr val="1B1B1B"/>
              </a:solidFill>
              <a:latin typeface="Open Sans" panose="020B0606030504020204" pitchFamily="34" charset="0"/>
            </a:endParaRPr>
          </a:p>
          <a:p>
            <a:pPr algn="just">
              <a:spcBef>
                <a:spcPts val="600"/>
              </a:spcBef>
            </a:pPr>
            <a:r>
              <a:rPr lang="vi-VN" sz="1800" b="0">
                <a:solidFill>
                  <a:srgbClr val="1B1B1B"/>
                </a:solidFill>
                <a:latin typeface="Open Sans" panose="020B0606030504020204" pitchFamily="34" charset="0"/>
              </a:rPr>
              <a:t>NLTK: NLTK hoặc Natural Language ToolKit là một thư viện Python mã nguồn mở được xây dựng riêng cho Xử lý ngôn ngữ tự nhên, phân tích văn bản, khai thác văn bản,...</a:t>
            </a:r>
            <a:endParaRPr lang="en-US" sz="1800" b="0">
              <a:solidFill>
                <a:srgbClr val="1B1B1B"/>
              </a:solidFill>
              <a:latin typeface="Open Sans" panose="020B0606030504020204" pitchFamily="34" charset="0"/>
            </a:endParaRPr>
          </a:p>
          <a:p>
            <a:pPr algn="just">
              <a:spcBef>
                <a:spcPts val="600"/>
              </a:spcBef>
            </a:pPr>
            <a:endParaRPr lang="en-US" sz="1800" b="0">
              <a:solidFill>
                <a:srgbClr val="1B1B1B"/>
              </a:solidFill>
              <a:latin typeface="Open Sans" panose="020B0606030504020204" pitchFamily="34" charset="0"/>
            </a:endParaRPr>
          </a:p>
        </p:txBody>
      </p:sp>
    </p:spTree>
    <p:extLst>
      <p:ext uri="{BB962C8B-B14F-4D97-AF65-F5344CB8AC3E}">
        <p14:creationId xmlns:p14="http://schemas.microsoft.com/office/powerpoint/2010/main" val="633760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76200" y="122268"/>
            <a:ext cx="8991600" cy="443711"/>
          </a:xfrm>
          <a:prstGeom prst="rect">
            <a:avLst/>
          </a:prstGeom>
        </p:spPr>
        <p:txBody>
          <a:bodyPr vert="horz" wrap="square" lIns="0" tIns="12700" rIns="0" bIns="0" rtlCol="0">
            <a:spAutoFit/>
          </a:bodyPr>
          <a:lstStyle/>
          <a:p>
            <a:pPr marL="12700">
              <a:lnSpc>
                <a:spcPct val="100000"/>
              </a:lnSpc>
              <a:spcBef>
                <a:spcPts val="100"/>
              </a:spcBef>
              <a:tabLst>
                <a:tab pos="812165" algn="l"/>
              </a:tabLst>
            </a:pPr>
            <a:r>
              <a:rPr lang="en-US" sz="2800">
                <a:latin typeface="Seaford" panose="020B0604020202020204" pitchFamily="2" charset="0"/>
              </a:rPr>
              <a:t>TÀI LIỆU THAM KHẢO</a:t>
            </a:r>
          </a:p>
        </p:txBody>
      </p:sp>
      <p:sp>
        <p:nvSpPr>
          <p:cNvPr id="12" name="object 12"/>
          <p:cNvSpPr txBox="1">
            <a:spLocks noGrp="1"/>
          </p:cNvSpPr>
          <p:nvPr>
            <p:ph type="sldNum" sz="quarter" idx="12"/>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57</a:t>
            </a:fld>
            <a:endParaRPr dirty="0"/>
          </a:p>
        </p:txBody>
      </p:sp>
      <p:sp>
        <p:nvSpPr>
          <p:cNvPr id="4" name="object 8">
            <a:extLst>
              <a:ext uri="{FF2B5EF4-FFF2-40B4-BE49-F238E27FC236}">
                <a16:creationId xmlns:a16="http://schemas.microsoft.com/office/drawing/2014/main" id="{F5AEDA87-CAE3-4564-8E75-E9CBAC75ABCC}"/>
              </a:ext>
            </a:extLst>
          </p:cNvPr>
          <p:cNvSpPr txBox="1"/>
          <p:nvPr/>
        </p:nvSpPr>
        <p:spPr>
          <a:xfrm>
            <a:off x="685800" y="1371600"/>
            <a:ext cx="8153400" cy="3597780"/>
          </a:xfrm>
          <a:prstGeom prst="rect">
            <a:avLst/>
          </a:prstGeom>
        </p:spPr>
        <p:txBody>
          <a:bodyPr vert="horz" wrap="square" lIns="0" tIns="98425" rIns="0" bIns="0" rtlCol="0">
            <a:spAutoFit/>
          </a:bodyPr>
          <a:lstStyle/>
          <a:p>
            <a:pPr marL="469900" indent="-457200">
              <a:lnSpc>
                <a:spcPct val="100000"/>
              </a:lnSpc>
              <a:spcBef>
                <a:spcPts val="775"/>
              </a:spcBef>
              <a:buClr>
                <a:srgbClr val="FF5A33"/>
              </a:buClr>
              <a:buFont typeface="+mj-lt"/>
              <a:buAutoNum type="arabicPeriod"/>
              <a:tabLst>
                <a:tab pos="355600" algn="l"/>
              </a:tabLst>
            </a:pPr>
            <a:r>
              <a:rPr lang="en-US" sz="2400" spc="-10">
                <a:latin typeface="Segoe UI"/>
                <a:cs typeface="Segoe UI"/>
              </a:rPr>
              <a:t>Python for Everybody (2016). Charles R. Severance, Exploring Data Using Python 3, USA</a:t>
            </a:r>
          </a:p>
          <a:p>
            <a:pPr marL="469900" indent="-457200">
              <a:lnSpc>
                <a:spcPct val="100000"/>
              </a:lnSpc>
              <a:spcBef>
                <a:spcPts val="775"/>
              </a:spcBef>
              <a:buClr>
                <a:srgbClr val="FF5A33"/>
              </a:buClr>
              <a:buFont typeface="+mj-lt"/>
              <a:buAutoNum type="arabicPeriod"/>
              <a:tabLst>
                <a:tab pos="355600" algn="l"/>
              </a:tabLst>
            </a:pPr>
            <a:r>
              <a:rPr lang="en-US" sz="2400" spc="-10">
                <a:latin typeface="Segoe UI"/>
                <a:cs typeface="Segoe UI"/>
              </a:rPr>
              <a:t>https://www.tutorialspoint.com/python/index.htm</a:t>
            </a:r>
          </a:p>
          <a:p>
            <a:pPr marL="469900" indent="-457200">
              <a:lnSpc>
                <a:spcPct val="100000"/>
              </a:lnSpc>
              <a:spcBef>
                <a:spcPts val="775"/>
              </a:spcBef>
              <a:buClr>
                <a:srgbClr val="FF5A33"/>
              </a:buClr>
              <a:buFont typeface="+mj-lt"/>
              <a:buAutoNum type="arabicPeriod"/>
              <a:tabLst>
                <a:tab pos="355600" algn="l"/>
              </a:tabLst>
            </a:pPr>
            <a:r>
              <a:rPr lang="en-US" sz="2000" spc="-10">
                <a:latin typeface="Segoe UI"/>
                <a:cs typeface="Segoe UI"/>
              </a:rPr>
              <a:t>Your First Machine Learning Project in Python Step-By-Step: </a:t>
            </a:r>
            <a:r>
              <a:rPr lang="en-US" sz="1400">
                <a:solidFill>
                  <a:srgbClr val="0000CC"/>
                </a:solidFill>
                <a:latin typeface="Segoe UI"/>
                <a:cs typeface="Segoe UI"/>
              </a:rPr>
              <a:t>https://machinelearningmastery.com/machine-learning-in-python-step-by-step</a:t>
            </a:r>
            <a:endParaRPr lang="en-US" sz="2800">
              <a:solidFill>
                <a:srgbClr val="0000CC"/>
              </a:solidFill>
              <a:latin typeface="Segoe UI"/>
              <a:cs typeface="Segoe UI"/>
            </a:endParaRPr>
          </a:p>
          <a:p>
            <a:pPr marL="469900" indent="-457200">
              <a:spcBef>
                <a:spcPts val="775"/>
              </a:spcBef>
              <a:buClr>
                <a:srgbClr val="FF5A33"/>
              </a:buClr>
              <a:buFont typeface="+mj-lt"/>
              <a:buAutoNum type="arabicPeriod"/>
              <a:tabLst>
                <a:tab pos="355600" algn="l"/>
              </a:tabLst>
            </a:pPr>
            <a:r>
              <a:rPr lang="en-US" sz="2000" spc="-10">
                <a:latin typeface="Segoe UI"/>
                <a:cs typeface="Segoe UI"/>
              </a:rPr>
              <a:t>Lập trình AI bằng Python: </a:t>
            </a:r>
            <a:r>
              <a:rPr lang="en-US" sz="1400">
                <a:solidFill>
                  <a:srgbClr val="0000CC"/>
                </a:solidFill>
                <a:latin typeface="Segoe UI"/>
                <a:cs typeface="Segoe UI"/>
                <a:hlinkClick r:id="rId2"/>
              </a:rPr>
              <a:t>https://vncoder.vn/ai/lap-trinh-ai-bang-python</a:t>
            </a:r>
            <a:endParaRPr lang="en-US" sz="1600">
              <a:solidFill>
                <a:srgbClr val="0000CC"/>
              </a:solidFill>
              <a:latin typeface="Segoe UI"/>
              <a:cs typeface="Segoe UI"/>
            </a:endParaRPr>
          </a:p>
          <a:p>
            <a:pPr marL="469900" indent="-457200">
              <a:spcBef>
                <a:spcPts val="775"/>
              </a:spcBef>
              <a:buClr>
                <a:srgbClr val="FF5A33"/>
              </a:buClr>
              <a:buFont typeface="+mj-lt"/>
              <a:buAutoNum type="arabicPeriod"/>
              <a:tabLst>
                <a:tab pos="355600" algn="l"/>
              </a:tabLst>
            </a:pPr>
            <a:r>
              <a:rPr lang="vi-VN" sz="2000" spc="-10">
                <a:latin typeface="Segoe UI"/>
                <a:cs typeface="Segoe UI"/>
              </a:rPr>
              <a:t>SÁCH TRÊN THƯ VIỆN MÌ AI</a:t>
            </a:r>
            <a:r>
              <a:rPr lang="en-US" sz="2000" spc="-10">
                <a:latin typeface="Segoe UI"/>
                <a:cs typeface="Segoe UI"/>
              </a:rPr>
              <a:t>:  </a:t>
            </a:r>
            <a:r>
              <a:rPr lang="en-US" sz="1600">
                <a:solidFill>
                  <a:srgbClr val="0000CC"/>
                </a:solidFill>
                <a:latin typeface="Segoe UI"/>
                <a:cs typeface="Segoe UI"/>
                <a:hlinkClick r:id="rId3"/>
              </a:rPr>
              <a:t>https://www.miai.vn/thu-vien-mi-ai/</a:t>
            </a:r>
            <a:endParaRPr lang="en-US" sz="1600">
              <a:solidFill>
                <a:srgbClr val="0000CC"/>
              </a:solidFill>
              <a:latin typeface="Segoe UI"/>
              <a:cs typeface="Segoe UI"/>
            </a:endParaRPr>
          </a:p>
          <a:p>
            <a:pPr marL="469900" indent="-457200">
              <a:spcBef>
                <a:spcPts val="775"/>
              </a:spcBef>
              <a:buClr>
                <a:srgbClr val="FF5A33"/>
              </a:buClr>
              <a:buFont typeface="+mj-lt"/>
              <a:buAutoNum type="arabicPeriod"/>
              <a:tabLst>
                <a:tab pos="355600" algn="l"/>
              </a:tabLst>
            </a:pPr>
            <a:r>
              <a:rPr lang="vi-VN" sz="1600" b="0" i="0" u="none" strike="noStrike">
                <a:effectLst/>
                <a:latin typeface="Lato" panose="020F0502020204030203" pitchFamily="34" charset="0"/>
                <a:hlinkClick r:id="rId4"/>
              </a:rPr>
              <a:t>Anaconda</a:t>
            </a:r>
            <a:r>
              <a:rPr lang="vi-VN" sz="1600" b="0" i="0">
                <a:solidFill>
                  <a:srgbClr val="4A4A4A"/>
                </a:solidFill>
                <a:effectLst/>
                <a:latin typeface="Lato" panose="020F0502020204030203" pitchFamily="34" charset="0"/>
              </a:rPr>
              <a:t> hoạt động trên Windows, Mac và Linux, cung cấp hơn 1.500 gói Python / R và được hơn 15 triệu người sử dụng. Anaconda phù hợp nhất với người dùng mới bắt đầu; nó cung cấp một bộ sưu tập lớn các thư viện tất cả trong một.</a:t>
            </a:r>
            <a:endParaRPr sz="1600">
              <a:solidFill>
                <a:srgbClr val="0000CC"/>
              </a:solidFill>
              <a:latin typeface="Segoe UI"/>
              <a:cs typeface="Segoe UI"/>
            </a:endParaRPr>
          </a:p>
        </p:txBody>
      </p:sp>
    </p:spTree>
    <p:extLst>
      <p:ext uri="{BB962C8B-B14F-4D97-AF65-F5344CB8AC3E}">
        <p14:creationId xmlns:p14="http://schemas.microsoft.com/office/powerpoint/2010/main" val="1346654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91440" marR="3573779" indent="182880" algn="just">
          <a:spcBef>
            <a:spcPts val="600"/>
          </a:spcBef>
          <a:buClr>
            <a:srgbClr val="FF0000"/>
          </a:buClr>
          <a:buSzPct val="54166"/>
          <a:buFont typeface="Wingdings"/>
          <a:buChar char="◼"/>
          <a:tabLst>
            <a:tab pos="286385" algn="l"/>
            <a:tab pos="756920" algn="l"/>
          </a:tabLst>
          <a:defRPr sz="2400" smtClean="0">
            <a:latin typeface="Abadi" panose="020B0604020104020204" pitchFamily="34" charset="0"/>
            <a:cs typeface="Times New Roman"/>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22917</TotalTime>
  <Words>6374</Words>
  <Application>Microsoft Office PowerPoint</Application>
  <PresentationFormat>On-screen Show (4:3)</PresentationFormat>
  <Paragraphs>603</Paragraphs>
  <Slides>57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57</vt:i4>
      </vt:variant>
    </vt:vector>
  </HeadingPairs>
  <TitlesOfParts>
    <vt:vector size="69" baseType="lpstr">
      <vt:lpstr>Aharoni</vt:lpstr>
      <vt:lpstr>Arial</vt:lpstr>
      <vt:lpstr>Calibri</vt:lpstr>
      <vt:lpstr>Lato</vt:lpstr>
      <vt:lpstr>Myriad Pro</vt:lpstr>
      <vt:lpstr>Open Sans</vt:lpstr>
      <vt:lpstr>Seaford</vt:lpstr>
      <vt:lpstr>Segoe UI</vt:lpstr>
      <vt:lpstr>SFMono-Regular</vt:lpstr>
      <vt:lpstr>Times New Roman</vt:lpstr>
      <vt:lpstr>Wingdings</vt:lpstr>
      <vt:lpstr>Office Theme</vt:lpstr>
      <vt:lpstr>HỌC PHẦN LẬP TRÌNH PYTHON</vt:lpstr>
      <vt:lpstr>NỘI DUNG</vt:lpstr>
      <vt:lpstr>ỨNG DỤNG TRONG TRÍ TUỆ NHÂN TẠO</vt:lpstr>
      <vt:lpstr>Trí tuệ nhân tạo là gì?</vt:lpstr>
      <vt:lpstr>Python cho AI</vt:lpstr>
      <vt:lpstr>Phân loại AI</vt:lpstr>
      <vt:lpstr>So sánh AI, ML và DL (Artificial Intelligence vs Machine Learning vs Deep Learning)</vt:lpstr>
      <vt:lpstr>So sánh AI, ML và DL (Artificial Intelligence vs Machine Learning vs Deep Learning)</vt:lpstr>
      <vt:lpstr>Tổng quan về Machine Learning</vt:lpstr>
      <vt:lpstr>Phân loại Machine Learning</vt:lpstr>
      <vt:lpstr>Phân loại Machine Learning</vt:lpstr>
      <vt:lpstr>Phân loại Machine Learning</vt:lpstr>
      <vt:lpstr>Phân loại Machine Learning</vt:lpstr>
      <vt:lpstr>Bài toán nào có thể sử dụng Machine Learning?</vt:lpstr>
      <vt:lpstr>Các bước thực hiện Machine Learning</vt:lpstr>
      <vt:lpstr>Các thuật toán Machine Learning</vt:lpstr>
      <vt:lpstr>Ví dụ: Sử dụng Machine Learning trong Python</vt:lpstr>
      <vt:lpstr>PowerPoint Presentation</vt:lpstr>
      <vt:lpstr>PowerPoint Presentation</vt:lpstr>
      <vt:lpstr>PowerPoint Presentation</vt:lpstr>
      <vt:lpstr>Ví dụ: Sử dụng Machine Learning trong Python</vt:lpstr>
      <vt:lpstr>Ví dụ: Sử dụng Machine Learning trong Python</vt:lpstr>
      <vt:lpstr>Ví dụ: Sử dụng Machine Learning trong Python</vt:lpstr>
      <vt:lpstr>Ví dụ: Sử dụng Machine Learning trong Python</vt:lpstr>
      <vt:lpstr>Ví dụ: Sử dụng Machine Learning trong Python</vt:lpstr>
      <vt:lpstr>Ví dụ: Sử dụng Machine Learning trong Python</vt:lpstr>
      <vt:lpstr>Hạn chế của Machine Learning</vt:lpstr>
      <vt:lpstr>Why Deep Learning?</vt:lpstr>
      <vt:lpstr>Hoạt động của Deep Learning</vt:lpstr>
      <vt:lpstr>Deep Learning là gì?</vt:lpstr>
      <vt:lpstr>Một trường hợp dung Deep Learning</vt:lpstr>
      <vt:lpstr>Perceptron là gì?</vt:lpstr>
      <vt:lpstr>Perceptron nhiều tầng</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Ví dụ: Deep Learning trong Python</vt:lpstr>
      <vt:lpstr>Thư viện Keras</vt:lpstr>
      <vt:lpstr>Thư viện Keras</vt:lpstr>
      <vt:lpstr>Thư viện TensorFlow</vt:lpstr>
      <vt:lpstr>Thư viện Theano- Trình biên dịch tối ưu hóa</vt:lpstr>
      <vt:lpstr>Một số thư viện khác</vt:lpstr>
      <vt:lpstr>TÀI LIỆU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Bich hang</dc:creator>
  <cp:lastModifiedBy>thuydtl@st.utc.edu.vn</cp:lastModifiedBy>
  <cp:revision>2248</cp:revision>
  <dcterms:created xsi:type="dcterms:W3CDTF">2013-02-19T03:52:16Z</dcterms:created>
  <dcterms:modified xsi:type="dcterms:W3CDTF">2022-05-17T15:31:36Z</dcterms:modified>
</cp:coreProperties>
</file>